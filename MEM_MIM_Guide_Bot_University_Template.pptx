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3">
  <p:sldMasterIdLst>
    <p:sldMasterId id="2147483679" r:id="rId4"/>
  </p:sldMasterIdLst>
  <p:notesMasterIdLst>
    <p:notesMasterId r:id="rId12"/>
  </p:notesMasterIdLst>
  <p:handoutMasterIdLst>
    <p:handoutMasterId r:id="rId13"/>
  </p:handoutMasterIdLst>
  <p:sldIdLst>
    <p:sldId id="262" r:id="rId5"/>
    <p:sldId id="263" r:id="rId6"/>
    <p:sldId id="264" r:id="rId7"/>
    <p:sldId id="265" r:id="rId8"/>
    <p:sldId id="266" r:id="rId9"/>
    <p:sldId id="267" r:id="rId10"/>
    <p:sldId id="268" r:id="rId11"/>
  </p:sldIdLst>
  <p:sldSz cx="12192000" cy="6858000"/>
  <p:notesSz cx="6858000" cy="9144000"/>
  <p:defaultTextStyle>
    <a:defPPr>
      <a:defRPr lang="de-DE"/>
    </a:defPPr>
    <a:lvl1pPr marL="0" algn="l" defTabSz="804649" rtl="0" eaLnBrk="1" latinLnBrk="0" hangingPunct="1">
      <a:defRPr sz="1584" kern="1200">
        <a:solidFill>
          <a:schemeClr val="tx1"/>
        </a:solidFill>
        <a:latin typeface="+mn-lt"/>
        <a:ea typeface="+mn-ea"/>
        <a:cs typeface="+mn-cs"/>
      </a:defRPr>
    </a:lvl1pPr>
    <a:lvl2pPr marL="402325" algn="l" defTabSz="804649" rtl="0" eaLnBrk="1" latinLnBrk="0" hangingPunct="1">
      <a:defRPr sz="1584" kern="1200">
        <a:solidFill>
          <a:schemeClr val="tx1"/>
        </a:solidFill>
        <a:latin typeface="+mn-lt"/>
        <a:ea typeface="+mn-ea"/>
        <a:cs typeface="+mn-cs"/>
      </a:defRPr>
    </a:lvl2pPr>
    <a:lvl3pPr marL="804649" algn="l" defTabSz="804649" rtl="0" eaLnBrk="1" latinLnBrk="0" hangingPunct="1">
      <a:defRPr sz="1584" kern="1200">
        <a:solidFill>
          <a:schemeClr val="tx1"/>
        </a:solidFill>
        <a:latin typeface="+mn-lt"/>
        <a:ea typeface="+mn-ea"/>
        <a:cs typeface="+mn-cs"/>
      </a:defRPr>
    </a:lvl3pPr>
    <a:lvl4pPr marL="1206974" algn="l" defTabSz="804649" rtl="0" eaLnBrk="1" latinLnBrk="0" hangingPunct="1">
      <a:defRPr sz="1584" kern="1200">
        <a:solidFill>
          <a:schemeClr val="tx1"/>
        </a:solidFill>
        <a:latin typeface="+mn-lt"/>
        <a:ea typeface="+mn-ea"/>
        <a:cs typeface="+mn-cs"/>
      </a:defRPr>
    </a:lvl4pPr>
    <a:lvl5pPr marL="1609298" algn="l" defTabSz="804649" rtl="0" eaLnBrk="1" latinLnBrk="0" hangingPunct="1">
      <a:defRPr sz="1584" kern="1200">
        <a:solidFill>
          <a:schemeClr val="tx1"/>
        </a:solidFill>
        <a:latin typeface="+mn-lt"/>
        <a:ea typeface="+mn-ea"/>
        <a:cs typeface="+mn-cs"/>
      </a:defRPr>
    </a:lvl5pPr>
    <a:lvl6pPr marL="2011623" algn="l" defTabSz="804649" rtl="0" eaLnBrk="1" latinLnBrk="0" hangingPunct="1">
      <a:defRPr sz="1584" kern="1200">
        <a:solidFill>
          <a:schemeClr val="tx1"/>
        </a:solidFill>
        <a:latin typeface="+mn-lt"/>
        <a:ea typeface="+mn-ea"/>
        <a:cs typeface="+mn-cs"/>
      </a:defRPr>
    </a:lvl6pPr>
    <a:lvl7pPr marL="2413947" algn="l" defTabSz="804649" rtl="0" eaLnBrk="1" latinLnBrk="0" hangingPunct="1">
      <a:defRPr sz="1584" kern="1200">
        <a:solidFill>
          <a:schemeClr val="tx1"/>
        </a:solidFill>
        <a:latin typeface="+mn-lt"/>
        <a:ea typeface="+mn-ea"/>
        <a:cs typeface="+mn-cs"/>
      </a:defRPr>
    </a:lvl7pPr>
    <a:lvl8pPr marL="2816272" algn="l" defTabSz="804649" rtl="0" eaLnBrk="1" latinLnBrk="0" hangingPunct="1">
      <a:defRPr sz="1584" kern="1200">
        <a:solidFill>
          <a:schemeClr val="tx1"/>
        </a:solidFill>
        <a:latin typeface="+mn-lt"/>
        <a:ea typeface="+mn-ea"/>
        <a:cs typeface="+mn-cs"/>
      </a:defRPr>
    </a:lvl8pPr>
    <a:lvl9pPr marL="3218597" algn="l" defTabSz="804649" rtl="0" eaLnBrk="1" latinLnBrk="0" hangingPunct="1">
      <a:defRPr sz="1584"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208C1EF-0429-DFF4-C505-ED71FFC8A3E5}" name="B Gueven" initials="BG" userId="eb725bb0ea79b1e2"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C300"/>
    <a:srgbClr val="FFC000"/>
    <a:srgbClr val="E8E6E6"/>
    <a:srgbClr val="FFD54F"/>
    <a:srgbClr val="FFFFFF"/>
    <a:srgbClr val="626254"/>
    <a:srgbClr val="F2F2F2"/>
    <a:srgbClr val="FFF2CC"/>
    <a:srgbClr val="D6AD00"/>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56"/>
    <p:restoredTop sz="81818"/>
  </p:normalViewPr>
  <p:slideViewPr>
    <p:cSldViewPr snapToGrid="0" showGuides="1">
      <p:cViewPr varScale="1">
        <p:scale>
          <a:sx n="84" d="100"/>
          <a:sy n="84" d="100"/>
        </p:scale>
        <p:origin x="248" y="176"/>
      </p:cViewPr>
      <p:guideLst/>
    </p:cSldViewPr>
  </p:slideViewPr>
  <p:notesTextViewPr>
    <p:cViewPr>
      <p:scale>
        <a:sx n="1" d="1"/>
        <a:sy n="1" d="1"/>
      </p:scale>
      <p:origin x="0" y="0"/>
    </p:cViewPr>
  </p:notesTextViewPr>
  <p:notesViewPr>
    <p:cSldViewPr snapToGrid="0" showGuides="1">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eike Ast" userId="85de908acabffe30" providerId="LiveId" clId="{D6541E07-8067-4EAF-BAA1-1EB11BDD7474}"/>
    <pc:docChg chg="addSld delSld">
      <pc:chgData name="Mareike Ast" userId="85de908acabffe30" providerId="LiveId" clId="{D6541E07-8067-4EAF-BAA1-1EB11BDD7474}" dt="2025-12-03T13:23:36.411" v="42" actId="680"/>
      <pc:docMkLst>
        <pc:docMk/>
      </pc:docMkLst>
      <pc:sldChg chg="new">
        <pc:chgData name="Mareike Ast" userId="85de908acabffe30" providerId="LiveId" clId="{D6541E07-8067-4EAF-BAA1-1EB11BDD7474}" dt="2025-12-03T13:23:02.450" v="37" actId="680"/>
        <pc:sldMkLst>
          <pc:docMk/>
          <pc:sldMk cId="3401597539" sldId="256"/>
        </pc:sldMkLst>
      </pc:sldChg>
      <pc:sldChg chg="new">
        <pc:chgData name="Mareike Ast" userId="85de908acabffe30" providerId="LiveId" clId="{D6541E07-8067-4EAF-BAA1-1EB11BDD7474}" dt="2025-12-03T13:23:04.292" v="38" actId="680"/>
        <pc:sldMkLst>
          <pc:docMk/>
          <pc:sldMk cId="2214308783" sldId="257"/>
        </pc:sldMkLst>
      </pc:sldChg>
      <pc:sldChg chg="new">
        <pc:chgData name="Mareike Ast" userId="85de908acabffe30" providerId="LiveId" clId="{D6541E07-8067-4EAF-BAA1-1EB11BDD7474}" dt="2025-12-03T13:23:06.503" v="39" actId="680"/>
        <pc:sldMkLst>
          <pc:docMk/>
          <pc:sldMk cId="1096026712" sldId="258"/>
        </pc:sldMkLst>
      </pc:sldChg>
      <pc:sldChg chg="new">
        <pc:chgData name="Mareike Ast" userId="85de908acabffe30" providerId="LiveId" clId="{D6541E07-8067-4EAF-BAA1-1EB11BDD7474}" dt="2025-12-03T13:23:10.167" v="40" actId="680"/>
        <pc:sldMkLst>
          <pc:docMk/>
          <pc:sldMk cId="3719733313" sldId="259"/>
        </pc:sldMkLst>
      </pc:sldChg>
      <pc:sldChg chg="new">
        <pc:chgData name="Mareike Ast" userId="85de908acabffe30" providerId="LiveId" clId="{D6541E07-8067-4EAF-BAA1-1EB11BDD7474}" dt="2025-12-03T13:23:32.974" v="41" actId="680"/>
        <pc:sldMkLst>
          <pc:docMk/>
          <pc:sldMk cId="1201755443" sldId="260"/>
        </pc:sldMkLst>
      </pc:sldChg>
      <pc:sldChg chg="new">
        <pc:chgData name="Mareike Ast" userId="85de908acabffe30" providerId="LiveId" clId="{D6541E07-8067-4EAF-BAA1-1EB11BDD7474}" dt="2025-12-03T13:23:36.411" v="42" actId="680"/>
        <pc:sldMkLst>
          <pc:docMk/>
          <pc:sldMk cId="3949168606" sldId="261"/>
        </pc:sldMkLst>
      </pc:sldChg>
      <pc:sldChg chg="del">
        <pc:chgData name="Mareike Ast" userId="85de908acabffe30" providerId="LiveId" clId="{D6541E07-8067-4EAF-BAA1-1EB11BDD7474}" dt="2025-12-03T13:22:51.868" v="0" actId="47"/>
        <pc:sldMkLst>
          <pc:docMk/>
          <pc:sldMk cId="304833898" sldId="2061"/>
        </pc:sldMkLst>
      </pc:sldChg>
      <pc:sldChg chg="del">
        <pc:chgData name="Mareike Ast" userId="85de908acabffe30" providerId="LiveId" clId="{D6541E07-8067-4EAF-BAA1-1EB11BDD7474}" dt="2025-12-03T13:22:52.414" v="1" actId="47"/>
        <pc:sldMkLst>
          <pc:docMk/>
          <pc:sldMk cId="3202059816" sldId="2062"/>
        </pc:sldMkLst>
      </pc:sldChg>
      <pc:sldChg chg="del">
        <pc:chgData name="Mareike Ast" userId="85de908acabffe30" providerId="LiveId" clId="{D6541E07-8067-4EAF-BAA1-1EB11BDD7474}" dt="2025-12-03T13:22:55.938" v="16" actId="47"/>
        <pc:sldMkLst>
          <pc:docMk/>
          <pc:sldMk cId="2331761119" sldId="2063"/>
        </pc:sldMkLst>
      </pc:sldChg>
      <pc:sldChg chg="del">
        <pc:chgData name="Mareike Ast" userId="85de908acabffe30" providerId="LiveId" clId="{D6541E07-8067-4EAF-BAA1-1EB11BDD7474}" dt="2025-12-03T13:22:57.041" v="22" actId="47"/>
        <pc:sldMkLst>
          <pc:docMk/>
          <pc:sldMk cId="1249989597" sldId="2065"/>
        </pc:sldMkLst>
      </pc:sldChg>
      <pc:sldChg chg="del">
        <pc:chgData name="Mareike Ast" userId="85de908acabffe30" providerId="LiveId" clId="{D6541E07-8067-4EAF-BAA1-1EB11BDD7474}" dt="2025-12-03T13:22:57.243" v="23" actId="47"/>
        <pc:sldMkLst>
          <pc:docMk/>
          <pc:sldMk cId="2700510010" sldId="2066"/>
        </pc:sldMkLst>
      </pc:sldChg>
      <pc:sldChg chg="del">
        <pc:chgData name="Mareike Ast" userId="85de908acabffe30" providerId="LiveId" clId="{D6541E07-8067-4EAF-BAA1-1EB11BDD7474}" dt="2025-12-03T13:22:57.450" v="24" actId="47"/>
        <pc:sldMkLst>
          <pc:docMk/>
          <pc:sldMk cId="2749177311" sldId="2068"/>
        </pc:sldMkLst>
      </pc:sldChg>
      <pc:sldChg chg="del">
        <pc:chgData name="Mareike Ast" userId="85de908acabffe30" providerId="LiveId" clId="{D6541E07-8067-4EAF-BAA1-1EB11BDD7474}" dt="2025-12-03T13:22:58.852" v="32" actId="47"/>
        <pc:sldMkLst>
          <pc:docMk/>
          <pc:sldMk cId="1759160224" sldId="2073"/>
        </pc:sldMkLst>
      </pc:sldChg>
      <pc:sldChg chg="del">
        <pc:chgData name="Mareike Ast" userId="85de908acabffe30" providerId="LiveId" clId="{D6541E07-8067-4EAF-BAA1-1EB11BDD7474}" dt="2025-12-03T13:22:56.120" v="17" actId="47"/>
        <pc:sldMkLst>
          <pc:docMk/>
          <pc:sldMk cId="1440863226" sldId="2074"/>
        </pc:sldMkLst>
      </pc:sldChg>
      <pc:sldChg chg="del">
        <pc:chgData name="Mareike Ast" userId="85de908acabffe30" providerId="LiveId" clId="{D6541E07-8067-4EAF-BAA1-1EB11BDD7474}" dt="2025-12-03T13:22:58.668" v="31" actId="47"/>
        <pc:sldMkLst>
          <pc:docMk/>
          <pc:sldMk cId="1736132309" sldId="2075"/>
        </pc:sldMkLst>
      </pc:sldChg>
      <pc:sldChg chg="del">
        <pc:chgData name="Mareike Ast" userId="85de908acabffe30" providerId="LiveId" clId="{D6541E07-8067-4EAF-BAA1-1EB11BDD7474}" dt="2025-12-03T13:22:57.626" v="25" actId="47"/>
        <pc:sldMkLst>
          <pc:docMk/>
          <pc:sldMk cId="1100454259" sldId="2076"/>
        </pc:sldMkLst>
      </pc:sldChg>
      <pc:sldChg chg="del">
        <pc:chgData name="Mareike Ast" userId="85de908acabffe30" providerId="LiveId" clId="{D6541E07-8067-4EAF-BAA1-1EB11BDD7474}" dt="2025-12-03T13:22:59.055" v="33" actId="47"/>
        <pc:sldMkLst>
          <pc:docMk/>
          <pc:sldMk cId="3900347334" sldId="2077"/>
        </pc:sldMkLst>
      </pc:sldChg>
      <pc:sldChg chg="del">
        <pc:chgData name="Mareike Ast" userId="85de908acabffe30" providerId="LiveId" clId="{D6541E07-8067-4EAF-BAA1-1EB11BDD7474}" dt="2025-12-03T13:22:59.220" v="34" actId="47"/>
        <pc:sldMkLst>
          <pc:docMk/>
          <pc:sldMk cId="4165168922" sldId="2078"/>
        </pc:sldMkLst>
      </pc:sldChg>
      <pc:sldChg chg="del">
        <pc:chgData name="Mareike Ast" userId="85de908acabffe30" providerId="LiveId" clId="{D6541E07-8067-4EAF-BAA1-1EB11BDD7474}" dt="2025-12-03T13:22:59.438" v="35" actId="47"/>
        <pc:sldMkLst>
          <pc:docMk/>
          <pc:sldMk cId="2846749989" sldId="2079"/>
        </pc:sldMkLst>
      </pc:sldChg>
      <pc:sldChg chg="del">
        <pc:chgData name="Mareike Ast" userId="85de908acabffe30" providerId="LiveId" clId="{D6541E07-8067-4EAF-BAA1-1EB11BDD7474}" dt="2025-12-03T13:22:59.969" v="36" actId="47"/>
        <pc:sldMkLst>
          <pc:docMk/>
          <pc:sldMk cId="3011374084" sldId="2080"/>
        </pc:sldMkLst>
      </pc:sldChg>
      <pc:sldChg chg="del">
        <pc:chgData name="Mareike Ast" userId="85de908acabffe30" providerId="LiveId" clId="{D6541E07-8067-4EAF-BAA1-1EB11BDD7474}" dt="2025-12-03T13:22:57.805" v="26" actId="47"/>
        <pc:sldMkLst>
          <pc:docMk/>
          <pc:sldMk cId="3669792647" sldId="2081"/>
        </pc:sldMkLst>
      </pc:sldChg>
      <pc:sldChg chg="del">
        <pc:chgData name="Mareike Ast" userId="85de908acabffe30" providerId="LiveId" clId="{D6541E07-8067-4EAF-BAA1-1EB11BDD7474}" dt="2025-12-03T13:22:58.298" v="29" actId="47"/>
        <pc:sldMkLst>
          <pc:docMk/>
          <pc:sldMk cId="2181779811" sldId="2082"/>
        </pc:sldMkLst>
      </pc:sldChg>
      <pc:sldChg chg="del">
        <pc:chgData name="Mareike Ast" userId="85de908acabffe30" providerId="LiveId" clId="{D6541E07-8067-4EAF-BAA1-1EB11BDD7474}" dt="2025-12-03T13:22:58.150" v="28" actId="47"/>
        <pc:sldMkLst>
          <pc:docMk/>
          <pc:sldMk cId="3430670532" sldId="2083"/>
        </pc:sldMkLst>
      </pc:sldChg>
      <pc:sldChg chg="del">
        <pc:chgData name="Mareike Ast" userId="85de908acabffe30" providerId="LiveId" clId="{D6541E07-8067-4EAF-BAA1-1EB11BDD7474}" dt="2025-12-03T13:22:57.972" v="27" actId="47"/>
        <pc:sldMkLst>
          <pc:docMk/>
          <pc:sldMk cId="2783382684" sldId="2084"/>
        </pc:sldMkLst>
      </pc:sldChg>
      <pc:sldChg chg="del">
        <pc:chgData name="Mareike Ast" userId="85de908acabffe30" providerId="LiveId" clId="{D6541E07-8067-4EAF-BAA1-1EB11BDD7474}" dt="2025-12-03T13:22:58.479" v="30" actId="47"/>
        <pc:sldMkLst>
          <pc:docMk/>
          <pc:sldMk cId="2923390865" sldId="2085"/>
        </pc:sldMkLst>
      </pc:sldChg>
      <pc:sldChg chg="del">
        <pc:chgData name="Mareike Ast" userId="85de908acabffe30" providerId="LiveId" clId="{D6541E07-8067-4EAF-BAA1-1EB11BDD7474}" dt="2025-12-03T13:22:55.114" v="12" actId="47"/>
        <pc:sldMkLst>
          <pc:docMk/>
          <pc:sldMk cId="3546864611" sldId="2086"/>
        </pc:sldMkLst>
      </pc:sldChg>
      <pc:sldChg chg="del">
        <pc:chgData name="Mareike Ast" userId="85de908acabffe30" providerId="LiveId" clId="{D6541E07-8067-4EAF-BAA1-1EB11BDD7474}" dt="2025-12-03T13:22:55.582" v="14" actId="47"/>
        <pc:sldMkLst>
          <pc:docMk/>
          <pc:sldMk cId="3586313255" sldId="2087"/>
        </pc:sldMkLst>
      </pc:sldChg>
      <pc:sldChg chg="del">
        <pc:chgData name="Mareike Ast" userId="85de908acabffe30" providerId="LiveId" clId="{D6541E07-8067-4EAF-BAA1-1EB11BDD7474}" dt="2025-12-03T13:22:53.666" v="5" actId="47"/>
        <pc:sldMkLst>
          <pc:docMk/>
          <pc:sldMk cId="286130345" sldId="2088"/>
        </pc:sldMkLst>
      </pc:sldChg>
      <pc:sldChg chg="del">
        <pc:chgData name="Mareike Ast" userId="85de908acabffe30" providerId="LiveId" clId="{D6541E07-8067-4EAF-BAA1-1EB11BDD7474}" dt="2025-12-03T13:22:52.984" v="3" actId="47"/>
        <pc:sldMkLst>
          <pc:docMk/>
          <pc:sldMk cId="706974547" sldId="2089"/>
        </pc:sldMkLst>
      </pc:sldChg>
      <pc:sldChg chg="del">
        <pc:chgData name="Mareike Ast" userId="85de908acabffe30" providerId="LiveId" clId="{D6541E07-8067-4EAF-BAA1-1EB11BDD7474}" dt="2025-12-03T13:22:53.216" v="4" actId="47"/>
        <pc:sldMkLst>
          <pc:docMk/>
          <pc:sldMk cId="2127188983" sldId="2090"/>
        </pc:sldMkLst>
      </pc:sldChg>
      <pc:sldChg chg="del">
        <pc:chgData name="Mareike Ast" userId="85de908acabffe30" providerId="LiveId" clId="{D6541E07-8067-4EAF-BAA1-1EB11BDD7474}" dt="2025-12-03T13:22:53.954" v="6" actId="47"/>
        <pc:sldMkLst>
          <pc:docMk/>
          <pc:sldMk cId="2415468800" sldId="2091"/>
        </pc:sldMkLst>
      </pc:sldChg>
      <pc:sldChg chg="del">
        <pc:chgData name="Mareike Ast" userId="85de908acabffe30" providerId="LiveId" clId="{D6541E07-8067-4EAF-BAA1-1EB11BDD7474}" dt="2025-12-03T13:22:54.144" v="7" actId="47"/>
        <pc:sldMkLst>
          <pc:docMk/>
          <pc:sldMk cId="3472965438" sldId="2092"/>
        </pc:sldMkLst>
      </pc:sldChg>
      <pc:sldChg chg="del">
        <pc:chgData name="Mareike Ast" userId="85de908acabffe30" providerId="LiveId" clId="{D6541E07-8067-4EAF-BAA1-1EB11BDD7474}" dt="2025-12-03T13:22:54.346" v="8" actId="47"/>
        <pc:sldMkLst>
          <pc:docMk/>
          <pc:sldMk cId="3151670862" sldId="2093"/>
        </pc:sldMkLst>
      </pc:sldChg>
      <pc:sldChg chg="del">
        <pc:chgData name="Mareike Ast" userId="85de908acabffe30" providerId="LiveId" clId="{D6541E07-8067-4EAF-BAA1-1EB11BDD7474}" dt="2025-12-03T13:22:54.526" v="9" actId="47"/>
        <pc:sldMkLst>
          <pc:docMk/>
          <pc:sldMk cId="1811552276" sldId="2094"/>
        </pc:sldMkLst>
      </pc:sldChg>
      <pc:sldChg chg="del">
        <pc:chgData name="Mareike Ast" userId="85de908acabffe30" providerId="LiveId" clId="{D6541E07-8067-4EAF-BAA1-1EB11BDD7474}" dt="2025-12-03T13:22:54.721" v="10" actId="47"/>
        <pc:sldMkLst>
          <pc:docMk/>
          <pc:sldMk cId="3502618939" sldId="2095"/>
        </pc:sldMkLst>
      </pc:sldChg>
      <pc:sldChg chg="del">
        <pc:chgData name="Mareike Ast" userId="85de908acabffe30" providerId="LiveId" clId="{D6541E07-8067-4EAF-BAA1-1EB11BDD7474}" dt="2025-12-03T13:22:54.938" v="11" actId="47"/>
        <pc:sldMkLst>
          <pc:docMk/>
          <pc:sldMk cId="3411216937" sldId="2096"/>
        </pc:sldMkLst>
      </pc:sldChg>
      <pc:sldChg chg="del">
        <pc:chgData name="Mareike Ast" userId="85de908acabffe30" providerId="LiveId" clId="{D6541E07-8067-4EAF-BAA1-1EB11BDD7474}" dt="2025-12-03T13:22:55.387" v="13" actId="47"/>
        <pc:sldMkLst>
          <pc:docMk/>
          <pc:sldMk cId="500803174" sldId="2097"/>
        </pc:sldMkLst>
      </pc:sldChg>
      <pc:sldChg chg="del">
        <pc:chgData name="Mareike Ast" userId="85de908acabffe30" providerId="LiveId" clId="{D6541E07-8067-4EAF-BAA1-1EB11BDD7474}" dt="2025-12-03T13:22:52.707" v="2" actId="47"/>
        <pc:sldMkLst>
          <pc:docMk/>
          <pc:sldMk cId="1462072821" sldId="2099"/>
        </pc:sldMkLst>
      </pc:sldChg>
      <pc:sldChg chg="del">
        <pc:chgData name="Mareike Ast" userId="85de908acabffe30" providerId="LiveId" clId="{D6541E07-8067-4EAF-BAA1-1EB11BDD7474}" dt="2025-12-03T13:22:55.763" v="15" actId="47"/>
        <pc:sldMkLst>
          <pc:docMk/>
          <pc:sldMk cId="2102308146" sldId="2101"/>
        </pc:sldMkLst>
      </pc:sldChg>
      <pc:sldChg chg="del">
        <pc:chgData name="Mareike Ast" userId="85de908acabffe30" providerId="LiveId" clId="{D6541E07-8067-4EAF-BAA1-1EB11BDD7474}" dt="2025-12-03T13:22:56.313" v="18" actId="47"/>
        <pc:sldMkLst>
          <pc:docMk/>
          <pc:sldMk cId="574529045" sldId="2102"/>
        </pc:sldMkLst>
      </pc:sldChg>
      <pc:sldChg chg="del">
        <pc:chgData name="Mareike Ast" userId="85de908acabffe30" providerId="LiveId" clId="{D6541E07-8067-4EAF-BAA1-1EB11BDD7474}" dt="2025-12-03T13:22:56.503" v="19" actId="47"/>
        <pc:sldMkLst>
          <pc:docMk/>
          <pc:sldMk cId="3912229367" sldId="2103"/>
        </pc:sldMkLst>
      </pc:sldChg>
      <pc:sldChg chg="del">
        <pc:chgData name="Mareike Ast" userId="85de908acabffe30" providerId="LiveId" clId="{D6541E07-8067-4EAF-BAA1-1EB11BDD7474}" dt="2025-12-03T13:22:56.701" v="20" actId="47"/>
        <pc:sldMkLst>
          <pc:docMk/>
          <pc:sldMk cId="1316922619" sldId="2104"/>
        </pc:sldMkLst>
      </pc:sldChg>
      <pc:sldChg chg="del">
        <pc:chgData name="Mareike Ast" userId="85de908acabffe30" providerId="LiveId" clId="{D6541E07-8067-4EAF-BAA1-1EB11BDD7474}" dt="2025-12-03T13:22:56.848" v="21" actId="47"/>
        <pc:sldMkLst>
          <pc:docMk/>
          <pc:sldMk cId="566556701" sldId="210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A3AFE3A-2CA8-F64E-AFD3-48D0B181CB4E}" type="datetimeFigureOut">
              <a:rPr lang="de-DE" smtClean="0"/>
              <a:t>19.06.26</a:t>
            </a:fld>
            <a:endParaRPr lang="de-DE"/>
          </a:p>
        </p:txBody>
      </p:sp>
      <p:sp>
        <p:nvSpPr>
          <p:cNvPr id="4" name="Fußzeilenplatzhalt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5372B8-5F40-0C4C-B862-72A561C79A7B}" type="slidenum">
              <a:rPr lang="de-DE" smtClean="0"/>
              <a:t>‹#›</a:t>
            </a:fld>
            <a:endParaRPr lang="de-DE"/>
          </a:p>
        </p:txBody>
      </p:sp>
    </p:spTree>
    <p:extLst>
      <p:ext uri="{BB962C8B-B14F-4D97-AF65-F5344CB8AC3E}">
        <p14:creationId xmlns:p14="http://schemas.microsoft.com/office/powerpoint/2010/main" val="3807951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E4A54A-5FDC-3640-9346-2A564B830E0C}" type="datetimeFigureOut">
              <a:rPr lang="de-DE" smtClean="0"/>
              <a:t>19.06.26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B8625A-4FE3-C044-A0AF-218DCEFA6327}" type="slidenum">
              <a:rPr lang="de-DE" smtClean="0"/>
              <a:t>‹#›</a:t>
            </a:fld>
            <a:endParaRPr lang="de-DE"/>
          </a:p>
        </p:txBody>
      </p:sp>
    </p:spTree>
    <p:extLst>
      <p:ext uri="{BB962C8B-B14F-4D97-AF65-F5344CB8AC3E}">
        <p14:creationId xmlns:p14="http://schemas.microsoft.com/office/powerpoint/2010/main" val="2457792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IN" dirty="0"/>
              <a:t>The idea behind this project was simple. Students often have questions about applications, courses, schedules, professors, deadlines, and program requirements. Finding this information can take time, so we wanted to create a chatbot that can answer these questions quickly and easily.</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IN" dirty="0"/>
              <a:t>We created a web-based chatbot for students interested in the MEM and MIM master's programs at Hochschule Pforzheim.</a:t>
            </a:r>
          </a:p>
          <a:p>
            <a:r>
              <a:rPr lang="en-IN" dirty="0"/>
              <a:t>The chatbot supports two groups of users.</a:t>
            </a:r>
          </a:p>
          <a:p>
            <a:r>
              <a:rPr lang="en-IN" dirty="0"/>
              <a:t>First, prospective students can ask questions about applications, admission requirements, language requirements, fees, and career opportunities.</a:t>
            </a:r>
          </a:p>
          <a:p>
            <a:r>
              <a:rPr lang="en-IN" dirty="0"/>
              <a:t>Second, current students can ask practical questions about schedules, professors, rooms, and deadlines.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IN" dirty="0"/>
              <a:t>Our chatbot consists of three main parts.</a:t>
            </a:r>
          </a:p>
          <a:p>
            <a:r>
              <a:rPr lang="en-IN" dirty="0"/>
              <a:t>The first part is the web interface, where users type their questions.</a:t>
            </a:r>
          </a:p>
          <a:p>
            <a:r>
              <a:rPr lang="en-IN" dirty="0"/>
              <a:t>The second part is the </a:t>
            </a:r>
            <a:r>
              <a:rPr lang="en-IN" dirty="0" err="1"/>
              <a:t>FastAPI</a:t>
            </a:r>
            <a:r>
              <a:rPr lang="en-IN" dirty="0"/>
              <a:t> backend, which processes requests and decides how to answer them.</a:t>
            </a:r>
          </a:p>
          <a:p>
            <a:r>
              <a:rPr lang="en-IN" dirty="0"/>
              <a:t>The third part is our knowledge base, which contains information such as schedules, room numbers, professors, and program facts.</a:t>
            </a:r>
          </a:p>
          <a:p>
            <a:r>
              <a:rPr lang="en-IN" dirty="0"/>
              <a:t>For important information, the chatbot uses fixed data sources instead of guessing. This helps improve accuracy and reliability.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IN" dirty="0"/>
              <a:t>To build the project, we used several tools.</a:t>
            </a:r>
          </a:p>
          <a:p>
            <a:r>
              <a:rPr lang="en-IN" dirty="0"/>
              <a:t>Python and </a:t>
            </a:r>
            <a:r>
              <a:rPr lang="en-IN" dirty="0" err="1"/>
              <a:t>FastAPI</a:t>
            </a:r>
            <a:r>
              <a:rPr lang="en-IN" dirty="0"/>
              <a:t> were used for the backend.</a:t>
            </a:r>
          </a:p>
          <a:p>
            <a:r>
              <a:rPr lang="en-IN" dirty="0"/>
              <a:t>HTML, CSS, and JavaScript were used to create the user interface.</a:t>
            </a:r>
          </a:p>
          <a:p>
            <a:r>
              <a:rPr lang="en-IN" dirty="0" err="1"/>
              <a:t>Groq</a:t>
            </a:r>
            <a:r>
              <a:rPr lang="en-IN" dirty="0"/>
              <a:t> was used to generate conversational responses, and </a:t>
            </a:r>
            <a:r>
              <a:rPr lang="en-IN" dirty="0" err="1"/>
              <a:t>ElevenLabs</a:t>
            </a:r>
            <a:r>
              <a:rPr lang="en-IN" dirty="0"/>
              <a:t> was used for voice output.</a:t>
            </a:r>
          </a:p>
          <a:p>
            <a:r>
              <a:rPr lang="en-IN" dirty="0"/>
              <a:t>We also extracted information from timetable PDFs so the chatbot could answer questions about rooms and professors.</a:t>
            </a:r>
          </a:p>
          <a:p>
            <a:r>
              <a:rPr lang="en-IN" dirty="0"/>
              <a:t>These tools helped us create a chatbot that is both useful and easy to use.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IN" dirty="0"/>
              <a:t>Our development process had four main steps.</a:t>
            </a:r>
          </a:p>
          <a:p>
            <a:r>
              <a:rPr lang="en-IN" dirty="0"/>
              <a:t>First, we </a:t>
            </a:r>
            <a:r>
              <a:rPr lang="en-IN" dirty="0" err="1"/>
              <a:t>analyzed</a:t>
            </a:r>
            <a:r>
              <a:rPr lang="en-IN" dirty="0"/>
              <a:t> the project requirements.</a:t>
            </a:r>
          </a:p>
          <a:p>
            <a:r>
              <a:rPr lang="en-IN" dirty="0"/>
              <a:t>Second, we collected information about MEM and MIM.</a:t>
            </a:r>
          </a:p>
          <a:p>
            <a:r>
              <a:rPr lang="en-IN" dirty="0"/>
              <a:t>Third, we developed the frontend and backend.</a:t>
            </a:r>
          </a:p>
          <a:p>
            <a:r>
              <a:rPr lang="en-IN" dirty="0"/>
              <a:t>Finally, we tested the chatbot and improved its accuracy.</a:t>
            </a:r>
          </a:p>
          <a:p>
            <a:r>
              <a:rPr lang="en-IN" dirty="0"/>
              <a:t>One major challenge was avoiding incorrect information. AI models sometimes generate answers that sound correct but are actually wrong. To solve this, we used fixed data sources for important facts.</a:t>
            </a:r>
          </a:p>
          <a:p>
            <a:r>
              <a:rPr lang="en-IN" dirty="0"/>
              <a:t>Another challenge was working with timetable PDFs, because the information was not stored in a clean format. We had to extract and organize the data before the chatbot could use it.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IN" dirty="0"/>
              <a:t>We also explored MCP, </a:t>
            </a:r>
            <a:br>
              <a:rPr lang="en-IN" dirty="0"/>
            </a:br>
            <a:r>
              <a:rPr lang="en-IN" dirty="0"/>
              <a:t>In simple terms, MCP allows other AI systems to access and use our knowledge base.</a:t>
            </a:r>
          </a:p>
          <a:p>
            <a:r>
              <a:rPr lang="en-IN" dirty="0"/>
              <a:t>For example, a user can type a command such as "</a:t>
            </a:r>
            <a:r>
              <a:rPr lang="en-IN" dirty="0" err="1"/>
              <a:t>mcp</a:t>
            </a:r>
            <a:r>
              <a:rPr lang="en-IN" dirty="0"/>
              <a:t> search" followed by a topic, and the chatbot will search the stored documents and return relevant information.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This makes our solution more flexible and allows the knowledge base to be reused by other AI applications in the future.</a:t>
            </a:r>
            <a:br>
              <a:rPr lang="en-IN" dirty="0"/>
            </a:br>
            <a:br>
              <a:rPr lang="en-IN" dirty="0"/>
            </a:br>
            <a:r>
              <a:rPr lang="en-US" dirty="0" err="1"/>
              <a:t>mcp</a:t>
            </a:r>
            <a:r>
              <a:rPr lang="en-US" dirty="0"/>
              <a:t> search MIM English Track language requirements</a:t>
            </a:r>
            <a:br>
              <a:rPr lang="en-US" dirty="0"/>
            </a:br>
            <a:br>
              <a:rPr lang="en-US" dirty="0"/>
            </a:br>
            <a:r>
              <a:rPr lang="en-US" dirty="0" err="1"/>
              <a:t>mcp</a:t>
            </a:r>
            <a:r>
              <a:rPr lang="en-US" dirty="0"/>
              <a:t> search room for Capstone</a:t>
            </a:r>
            <a:br>
              <a:rPr lang="en-US" dirty="0"/>
            </a:br>
            <a:br>
              <a:rPr lang="en-US" dirty="0"/>
            </a:br>
            <a:r>
              <a:rPr lang="en-US" dirty="0" err="1"/>
              <a:t>mcp</a:t>
            </a:r>
            <a:r>
              <a:rPr lang="en-US" dirty="0"/>
              <a:t> search tuition fees</a:t>
            </a:r>
          </a:p>
          <a:p>
            <a:endParaRPr lang="en-IN"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IN" dirty="0"/>
              <a:t>To conclude, we developed a practical chatbot for MEM and MIM students.</a:t>
            </a:r>
          </a:p>
          <a:p>
            <a:r>
              <a:rPr lang="en-IN" dirty="0"/>
              <a:t>It combines a simple web interface, a reliable knowledge base, AI-generated explanations, and optional voice output.</a:t>
            </a:r>
          </a:p>
          <a:p>
            <a:r>
              <a:rPr lang="en-IN" dirty="0"/>
              <a:t>We believe it can help both prospective and current students find information more quickly and conveniently.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2.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4.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4.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17.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19.svg"/><Relationship Id="rId4" Type="http://schemas.openxmlformats.org/officeDocument/2006/relationships/image" Target="../media/image18.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23.svg"/><Relationship Id="rId4" Type="http://schemas.openxmlformats.org/officeDocument/2006/relationships/image" Target="../media/image22.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1.xml"/><Relationship Id="rId5" Type="http://schemas.openxmlformats.org/officeDocument/2006/relationships/image" Target="../media/image27.svg"/><Relationship Id="rId4" Type="http://schemas.openxmlformats.org/officeDocument/2006/relationships/image" Target="../media/image26.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Master" Target="../slideMasters/slideMaster1.xml"/><Relationship Id="rId5" Type="http://schemas.openxmlformats.org/officeDocument/2006/relationships/image" Target="../media/image35.svg"/><Relationship Id="rId4" Type="http://schemas.openxmlformats.org/officeDocument/2006/relationships/image" Target="../media/image34.png"/></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7.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image" Target="../media/image43.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10.svg"/></Relationships>
</file>

<file path=ppt/slideLayouts/_rels/slideLayout25.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48.pn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image" Target="../media/image49.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50.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enutzerdefiniertes Layout">
    <p:spTree>
      <p:nvGrpSpPr>
        <p:cNvPr id="1" name=""/>
        <p:cNvGrpSpPr/>
        <p:nvPr/>
      </p:nvGrpSpPr>
      <p:grpSpPr>
        <a:xfrm>
          <a:off x="0" y="0"/>
          <a:ext cx="0" cy="0"/>
          <a:chOff x="0" y="0"/>
          <a:chExt cx="0" cy="0"/>
        </a:xfrm>
      </p:grpSpPr>
      <p:pic>
        <p:nvPicPr>
          <p:cNvPr id="12" name="Bild 11"/>
          <p:cNvPicPr>
            <a:picLocks noChangeAspect="1"/>
          </p:cNvPicPr>
          <p:nvPr userDrawn="1"/>
        </p:nvPicPr>
        <p:blipFill rotWithShape="1">
          <a:blip r:embed="rId2">
            <a:extLst>
              <a:ext uri="{28A0092B-C50C-407E-A947-70E740481C1C}">
                <a14:useLocalDpi xmlns:a14="http://schemas.microsoft.com/office/drawing/2010/main" val="0"/>
              </a:ext>
            </a:extLst>
          </a:blip>
          <a:srcRect t="17352"/>
          <a:stretch/>
        </p:blipFill>
        <p:spPr>
          <a:xfrm>
            <a:off x="17170" y="-32274"/>
            <a:ext cx="12174830" cy="6858000"/>
          </a:xfrm>
          <a:prstGeom prst="rect">
            <a:avLst/>
          </a:prstGeom>
        </p:spPr>
      </p:pic>
      <p:sp>
        <p:nvSpPr>
          <p:cNvPr id="8" name="Textplatzhalter 18"/>
          <p:cNvSpPr>
            <a:spLocks noGrp="1"/>
          </p:cNvSpPr>
          <p:nvPr>
            <p:ph type="body" sz="quarter" idx="14" hasCustomPrompt="1"/>
          </p:nvPr>
        </p:nvSpPr>
        <p:spPr>
          <a:xfrm>
            <a:off x="6228783" y="5420108"/>
            <a:ext cx="5509300" cy="576566"/>
          </a:xfrm>
          <a:prstGeom prst="rect">
            <a:avLst/>
          </a:prstGeom>
        </p:spPr>
        <p:txBody>
          <a:bodyPr lIns="0" tIns="0" rIns="0" bIns="0">
            <a:noAutofit/>
          </a:bodyPr>
          <a:lstStyle>
            <a:lvl1pPr marL="0" indent="0">
              <a:lnSpc>
                <a:spcPct val="120000"/>
              </a:lnSpc>
              <a:spcBef>
                <a:spcPts val="0"/>
              </a:spcBef>
              <a:buFontTx/>
              <a:buNone/>
              <a:defRPr sz="2400" baseline="0">
                <a:solidFill>
                  <a:srgbClr val="626254"/>
                </a:solidFill>
                <a:latin typeface="Arial" charset="0"/>
              </a:defRPr>
            </a:lvl1pPr>
            <a:lvl2pPr marL="457200" indent="0">
              <a:buFontTx/>
              <a:buNone/>
              <a:defRPr sz="3600" baseline="0">
                <a:solidFill>
                  <a:srgbClr val="626254"/>
                </a:solidFill>
                <a:latin typeface="Arial" charset="0"/>
              </a:defRPr>
            </a:lvl2pPr>
            <a:lvl3pPr marL="914400" indent="0">
              <a:buFontTx/>
              <a:buNone/>
              <a:defRPr sz="3600" baseline="0">
                <a:solidFill>
                  <a:srgbClr val="626254"/>
                </a:solidFill>
                <a:latin typeface="Arial" charset="0"/>
              </a:defRPr>
            </a:lvl3pPr>
            <a:lvl4pPr marL="1371600" indent="0">
              <a:buFontTx/>
              <a:buNone/>
              <a:defRPr sz="3600" baseline="0">
                <a:solidFill>
                  <a:srgbClr val="626254"/>
                </a:solidFill>
                <a:latin typeface="Arial" charset="0"/>
              </a:defRPr>
            </a:lvl4pPr>
            <a:lvl5pPr marL="1828800" indent="0">
              <a:buFontTx/>
              <a:buNone/>
              <a:defRPr sz="3600" baseline="0">
                <a:solidFill>
                  <a:srgbClr val="626254"/>
                </a:solidFill>
                <a:latin typeface="Arial" charset="0"/>
              </a:defRPr>
            </a:lvl5pPr>
          </a:lstStyle>
          <a:p>
            <a:pPr lvl="0"/>
            <a:r>
              <a:rPr lang="de-DE"/>
              <a:t>Engineering and Management / WI</a:t>
            </a:r>
          </a:p>
        </p:txBody>
      </p:sp>
      <p:sp>
        <p:nvSpPr>
          <p:cNvPr id="9" name="Textplatzhalter 2"/>
          <p:cNvSpPr>
            <a:spLocks noGrp="1"/>
          </p:cNvSpPr>
          <p:nvPr>
            <p:ph type="body" sz="quarter" idx="15" hasCustomPrompt="1"/>
          </p:nvPr>
        </p:nvSpPr>
        <p:spPr>
          <a:xfrm>
            <a:off x="6228785" y="4929326"/>
            <a:ext cx="5509298" cy="344904"/>
          </a:xfrm>
          <a:prstGeom prst="rect">
            <a:avLst/>
          </a:prstGeom>
        </p:spPr>
        <p:txBody>
          <a:bodyPr lIns="0" tIns="0" rIns="0" bIns="0"/>
          <a:lstStyle>
            <a:lvl1pPr marL="0" indent="0">
              <a:lnSpc>
                <a:spcPct val="100000"/>
              </a:lnSpc>
              <a:spcBef>
                <a:spcPts val="0"/>
              </a:spcBef>
              <a:buNone/>
              <a:defRPr sz="3000" b="0" i="0">
                <a:solidFill>
                  <a:srgbClr val="626254"/>
                </a:solidFill>
                <a:latin typeface="Arial" charset="0"/>
                <a:ea typeface="Arial" charset="0"/>
                <a:cs typeface="Arial" charset="0"/>
              </a:defRPr>
            </a:lvl1pPr>
            <a:lvl2pPr marL="457200" indent="0">
              <a:buNone/>
              <a:defRPr sz="3000">
                <a:solidFill>
                  <a:srgbClr val="626254"/>
                </a:solidFill>
              </a:defRPr>
            </a:lvl2pPr>
            <a:lvl3pPr marL="914400" indent="0">
              <a:buNone/>
              <a:defRPr sz="3000">
                <a:solidFill>
                  <a:srgbClr val="626254"/>
                </a:solidFill>
              </a:defRPr>
            </a:lvl3pPr>
            <a:lvl4pPr marL="1371600" indent="0">
              <a:buNone/>
              <a:defRPr sz="3000">
                <a:solidFill>
                  <a:srgbClr val="626254"/>
                </a:solidFill>
              </a:defRPr>
            </a:lvl4pPr>
            <a:lvl5pPr marL="1828800" indent="0">
              <a:buNone/>
              <a:defRPr sz="3000">
                <a:solidFill>
                  <a:srgbClr val="626254"/>
                </a:solidFill>
              </a:defRPr>
            </a:lvl5pPr>
          </a:lstStyle>
          <a:p>
            <a:pPr lvl="0"/>
            <a:r>
              <a:rPr lang="de-DE"/>
              <a:t>Vortragende</a:t>
            </a:r>
          </a:p>
        </p:txBody>
      </p:sp>
      <p:sp>
        <p:nvSpPr>
          <p:cNvPr id="11" name="Textplatzhalter 18">
            <a:extLst>
              <a:ext uri="{FF2B5EF4-FFF2-40B4-BE49-F238E27FC236}">
                <a16:creationId xmlns:a16="http://schemas.microsoft.com/office/drawing/2014/main" id="{490D25BE-532E-4763-A3FC-D0C495C43E62}"/>
              </a:ext>
            </a:extLst>
          </p:cNvPr>
          <p:cNvSpPr>
            <a:spLocks noGrp="1"/>
          </p:cNvSpPr>
          <p:nvPr>
            <p:ph type="body" sz="quarter" idx="16"/>
          </p:nvPr>
        </p:nvSpPr>
        <p:spPr>
          <a:xfrm>
            <a:off x="1367160" y="3982216"/>
            <a:ext cx="5409503" cy="576566"/>
          </a:xfrm>
          <a:prstGeom prst="rect">
            <a:avLst/>
          </a:prstGeom>
        </p:spPr>
        <p:txBody>
          <a:bodyPr lIns="0" tIns="0" rIns="0" bIns="0">
            <a:noAutofit/>
          </a:bodyPr>
          <a:lstStyle>
            <a:lvl1pPr marL="0" indent="0">
              <a:lnSpc>
                <a:spcPct val="120000"/>
              </a:lnSpc>
              <a:spcBef>
                <a:spcPts val="0"/>
              </a:spcBef>
              <a:buFontTx/>
              <a:buNone/>
              <a:defRPr sz="2400" baseline="0">
                <a:solidFill>
                  <a:srgbClr val="626254"/>
                </a:solidFill>
                <a:latin typeface="Arial" charset="0"/>
              </a:defRPr>
            </a:lvl1pPr>
            <a:lvl2pPr marL="457200" indent="0">
              <a:buFontTx/>
              <a:buNone/>
              <a:defRPr sz="3600" baseline="0">
                <a:solidFill>
                  <a:srgbClr val="626254"/>
                </a:solidFill>
                <a:latin typeface="Arial" charset="0"/>
              </a:defRPr>
            </a:lvl2pPr>
            <a:lvl3pPr marL="914400" indent="0">
              <a:buFontTx/>
              <a:buNone/>
              <a:defRPr sz="3600" baseline="0">
                <a:solidFill>
                  <a:srgbClr val="626254"/>
                </a:solidFill>
                <a:latin typeface="Arial" charset="0"/>
              </a:defRPr>
            </a:lvl3pPr>
            <a:lvl4pPr marL="1371600" indent="0">
              <a:buFontTx/>
              <a:buNone/>
              <a:defRPr sz="3600" baseline="0">
                <a:solidFill>
                  <a:srgbClr val="626254"/>
                </a:solidFill>
                <a:latin typeface="Arial" charset="0"/>
              </a:defRPr>
            </a:lvl4pPr>
            <a:lvl5pPr marL="1828800" indent="0">
              <a:buFontTx/>
              <a:buNone/>
              <a:defRPr sz="3600" baseline="0">
                <a:solidFill>
                  <a:srgbClr val="626254"/>
                </a:solidFill>
                <a:latin typeface="Arial" charset="0"/>
              </a:defRPr>
            </a:lvl5pPr>
          </a:lstStyle>
          <a:p>
            <a:pPr lvl="0"/>
            <a:endParaRPr lang="de-DE"/>
          </a:p>
        </p:txBody>
      </p:sp>
      <p:sp>
        <p:nvSpPr>
          <p:cNvPr id="10" name="Textplatzhalter 18">
            <a:extLst>
              <a:ext uri="{FF2B5EF4-FFF2-40B4-BE49-F238E27FC236}">
                <a16:creationId xmlns:a16="http://schemas.microsoft.com/office/drawing/2014/main" id="{C6B28BB8-3285-4031-8173-C7C5D8B39AB8}"/>
              </a:ext>
            </a:extLst>
          </p:cNvPr>
          <p:cNvSpPr>
            <a:spLocks noGrp="1"/>
          </p:cNvSpPr>
          <p:nvPr>
            <p:ph type="body" sz="quarter" idx="17"/>
          </p:nvPr>
        </p:nvSpPr>
        <p:spPr>
          <a:xfrm>
            <a:off x="1367159" y="2624866"/>
            <a:ext cx="5409503" cy="1319620"/>
          </a:xfrm>
          <a:prstGeom prst="rect">
            <a:avLst/>
          </a:prstGeom>
        </p:spPr>
        <p:txBody>
          <a:bodyPr lIns="0" tIns="0" rIns="0" bIns="0">
            <a:noAutofit/>
          </a:bodyPr>
          <a:lstStyle>
            <a:lvl1pPr marL="0" indent="0">
              <a:lnSpc>
                <a:spcPct val="120000"/>
              </a:lnSpc>
              <a:spcBef>
                <a:spcPts val="0"/>
              </a:spcBef>
              <a:buFontTx/>
              <a:buNone/>
              <a:defRPr sz="3200" b="1" baseline="0">
                <a:solidFill>
                  <a:srgbClr val="626254"/>
                </a:solidFill>
                <a:latin typeface="Arial" charset="0"/>
              </a:defRPr>
            </a:lvl1pPr>
            <a:lvl2pPr marL="457200" indent="0">
              <a:buFontTx/>
              <a:buNone/>
              <a:defRPr sz="3600" baseline="0">
                <a:solidFill>
                  <a:srgbClr val="626254"/>
                </a:solidFill>
                <a:latin typeface="Arial" charset="0"/>
              </a:defRPr>
            </a:lvl2pPr>
            <a:lvl3pPr marL="914400" indent="0">
              <a:buFontTx/>
              <a:buNone/>
              <a:defRPr sz="3600" baseline="0">
                <a:solidFill>
                  <a:srgbClr val="626254"/>
                </a:solidFill>
                <a:latin typeface="Arial" charset="0"/>
              </a:defRPr>
            </a:lvl3pPr>
            <a:lvl4pPr marL="1371600" indent="0">
              <a:buFontTx/>
              <a:buNone/>
              <a:defRPr sz="3600" baseline="0">
                <a:solidFill>
                  <a:srgbClr val="626254"/>
                </a:solidFill>
                <a:latin typeface="Arial" charset="0"/>
              </a:defRPr>
            </a:lvl4pPr>
            <a:lvl5pPr marL="1828800" indent="0">
              <a:buFontTx/>
              <a:buNone/>
              <a:defRPr sz="3600" baseline="0">
                <a:solidFill>
                  <a:srgbClr val="626254"/>
                </a:solidFill>
                <a:latin typeface="Arial" charset="0"/>
              </a:defRPr>
            </a:lvl5pPr>
          </a:lstStyle>
          <a:p>
            <a:pPr lvl="0"/>
            <a:endParaRPr lang="de-DE"/>
          </a:p>
        </p:txBody>
      </p:sp>
    </p:spTree>
    <p:extLst>
      <p:ext uri="{BB962C8B-B14F-4D97-AF65-F5344CB8AC3E}">
        <p14:creationId xmlns:p14="http://schemas.microsoft.com/office/powerpoint/2010/main" val="16424283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xt zwei Spalten">
    <p:spTree>
      <p:nvGrpSpPr>
        <p:cNvPr id="1" name=""/>
        <p:cNvGrpSpPr/>
        <p:nvPr/>
      </p:nvGrpSpPr>
      <p:grpSpPr>
        <a:xfrm>
          <a:off x="0" y="0"/>
          <a:ext cx="0" cy="0"/>
          <a:chOff x="0" y="0"/>
          <a:chExt cx="0" cy="0"/>
        </a:xfrm>
      </p:grpSpPr>
      <p:sp>
        <p:nvSpPr>
          <p:cNvPr id="2" name="Title 1"/>
          <p:cNvSpPr>
            <a:spLocks noGrp="1"/>
          </p:cNvSpPr>
          <p:nvPr>
            <p:ph type="title"/>
          </p:nvPr>
        </p:nvSpPr>
        <p:spPr>
          <a:xfrm>
            <a:off x="1336430" y="600658"/>
            <a:ext cx="9528944" cy="549271"/>
          </a:xfrm>
          <a:prstGeom prst="rect">
            <a:avLst/>
          </a:prstGeom>
        </p:spPr>
        <p:txBody>
          <a:bodyPr lIns="0" tIns="0" rIns="0" bIns="0">
            <a:normAutofit/>
          </a:bodyPr>
          <a:lstStyle>
            <a:lvl1pPr>
              <a:defRPr sz="2800">
                <a:solidFill>
                  <a:srgbClr val="626254"/>
                </a:solidFill>
                <a:latin typeface="Arial" panose="020B0604020202020204" pitchFamily="34" charset="0"/>
                <a:cs typeface="Arial" panose="020B0604020202020204" pitchFamily="34" charset="0"/>
              </a:defRPr>
            </a:lvl1pPr>
          </a:lstStyle>
          <a:p>
            <a:r>
              <a:rPr lang="de-DE"/>
              <a:t>Titelmasterformat durch Klicken bearbeiten</a:t>
            </a:r>
            <a:endParaRPr lang="en-US"/>
          </a:p>
        </p:txBody>
      </p:sp>
      <p:sp>
        <p:nvSpPr>
          <p:cNvPr id="3" name="Content Placeholder 2"/>
          <p:cNvSpPr>
            <a:spLocks noGrp="1"/>
          </p:cNvSpPr>
          <p:nvPr>
            <p:ph idx="1" hasCustomPrompt="1"/>
          </p:nvPr>
        </p:nvSpPr>
        <p:spPr>
          <a:xfrm>
            <a:off x="1334086" y="1378990"/>
            <a:ext cx="9523828" cy="4267200"/>
          </a:xfrm>
          <a:prstGeom prst="rect">
            <a:avLst/>
          </a:prstGeom>
        </p:spPr>
        <p:txBody>
          <a:bodyPr lIns="0" tIns="0" rIns="0" bIns="0" numCol="1"/>
          <a:lstStyle>
            <a:lvl1pPr marL="0" indent="0">
              <a:lnSpc>
                <a:spcPct val="120000"/>
              </a:lnSpc>
              <a:spcBef>
                <a:spcPts val="0"/>
              </a:spcBef>
              <a:spcAft>
                <a:spcPts val="600"/>
              </a:spcAft>
              <a:buNone/>
              <a:defRPr sz="2200">
                <a:solidFill>
                  <a:srgbClr val="626254"/>
                </a:solidFill>
                <a:latin typeface="Arial" panose="020B0604020202020204" pitchFamily="34" charset="0"/>
                <a:cs typeface="Arial" panose="020B0604020202020204" pitchFamily="34" charset="0"/>
              </a:defRPr>
            </a:lvl1pPr>
            <a:lvl2pPr>
              <a:defRPr>
                <a:solidFill>
                  <a:srgbClr val="626254"/>
                </a:solidFill>
              </a:defRPr>
            </a:lvl2pPr>
            <a:lvl3pPr>
              <a:defRPr>
                <a:solidFill>
                  <a:srgbClr val="626254"/>
                </a:solidFill>
              </a:defRPr>
            </a:lvl3pPr>
            <a:lvl4pPr>
              <a:defRPr>
                <a:solidFill>
                  <a:srgbClr val="626254"/>
                </a:solidFill>
              </a:defRPr>
            </a:lvl4pPr>
            <a:lvl5pPr>
              <a:defRPr>
                <a:solidFill>
                  <a:srgbClr val="626254"/>
                </a:solidFill>
              </a:defRPr>
            </a:lvl5pPr>
          </a:lstStyle>
          <a:p>
            <a:pPr lvl="0"/>
            <a:r>
              <a:rPr lang="de-DE"/>
              <a:t>Textmasterformat bearbeiten</a:t>
            </a:r>
          </a:p>
        </p:txBody>
      </p:sp>
    </p:spTree>
    <p:extLst>
      <p:ext uri="{BB962C8B-B14F-4D97-AF65-F5344CB8AC3E}">
        <p14:creationId xmlns:p14="http://schemas.microsoft.com/office/powerpoint/2010/main" val="1978469473"/>
      </p:ext>
    </p:extLst>
  </p:cSld>
  <p:clrMapOvr>
    <a:masterClrMapping/>
  </p:clrMapOvr>
  <p:extLst>
    <p:ext uri="{DCECCB84-F9BA-43D5-87BE-67443E8EF086}">
      <p15:sldGuideLst xmlns:p15="http://schemas.microsoft.com/office/powerpoint/2012/main">
        <p15:guide id="1" orient="horz" pos="409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eine Spalte V3">
    <p:spTree>
      <p:nvGrpSpPr>
        <p:cNvPr id="1" name=""/>
        <p:cNvGrpSpPr/>
        <p:nvPr/>
      </p:nvGrpSpPr>
      <p:grpSpPr>
        <a:xfrm>
          <a:off x="0" y="0"/>
          <a:ext cx="0" cy="0"/>
          <a:chOff x="0" y="0"/>
          <a:chExt cx="0" cy="0"/>
        </a:xfrm>
      </p:grpSpPr>
      <p:sp>
        <p:nvSpPr>
          <p:cNvPr id="2" name="Title 1"/>
          <p:cNvSpPr>
            <a:spLocks noGrp="1"/>
          </p:cNvSpPr>
          <p:nvPr>
            <p:ph type="title"/>
          </p:nvPr>
        </p:nvSpPr>
        <p:spPr>
          <a:xfrm>
            <a:off x="1336430" y="600658"/>
            <a:ext cx="9528944" cy="549271"/>
          </a:xfrm>
          <a:prstGeom prst="rect">
            <a:avLst/>
          </a:prstGeom>
        </p:spPr>
        <p:txBody>
          <a:bodyPr lIns="0" tIns="0" rIns="0" bIns="0">
            <a:normAutofit/>
          </a:bodyPr>
          <a:lstStyle>
            <a:lvl1pPr>
              <a:defRPr sz="2800">
                <a:solidFill>
                  <a:srgbClr val="626254"/>
                </a:solidFill>
                <a:latin typeface="Arial" panose="020B0604020202020204" pitchFamily="34" charset="0"/>
                <a:cs typeface="Arial" panose="020B0604020202020204" pitchFamily="34" charset="0"/>
              </a:defRPr>
            </a:lvl1pPr>
          </a:lstStyle>
          <a:p>
            <a:r>
              <a:rPr lang="de-DE"/>
              <a:t>Titelmasterformat durch Klicken bearbeiten</a:t>
            </a:r>
            <a:endParaRPr lang="en-US"/>
          </a:p>
        </p:txBody>
      </p:sp>
      <p:sp>
        <p:nvSpPr>
          <p:cNvPr id="3" name="Content Placeholder 2"/>
          <p:cNvSpPr>
            <a:spLocks noGrp="1"/>
          </p:cNvSpPr>
          <p:nvPr>
            <p:ph idx="1" hasCustomPrompt="1"/>
          </p:nvPr>
        </p:nvSpPr>
        <p:spPr>
          <a:xfrm>
            <a:off x="1334086" y="1378990"/>
            <a:ext cx="9523828" cy="4267200"/>
          </a:xfrm>
          <a:prstGeom prst="rect">
            <a:avLst/>
          </a:prstGeom>
        </p:spPr>
        <p:txBody>
          <a:bodyPr lIns="0" tIns="0" rIns="0" bIns="0" numCol="1"/>
          <a:lstStyle>
            <a:lvl1pPr marL="0" indent="0">
              <a:lnSpc>
                <a:spcPct val="120000"/>
              </a:lnSpc>
              <a:spcBef>
                <a:spcPts val="0"/>
              </a:spcBef>
              <a:spcAft>
                <a:spcPts val="600"/>
              </a:spcAft>
              <a:buNone/>
              <a:defRPr sz="2200">
                <a:solidFill>
                  <a:srgbClr val="626254"/>
                </a:solidFill>
                <a:latin typeface="Arial" panose="020B0604020202020204" pitchFamily="34" charset="0"/>
                <a:cs typeface="Arial" panose="020B0604020202020204" pitchFamily="34" charset="0"/>
              </a:defRPr>
            </a:lvl1pPr>
            <a:lvl2pPr>
              <a:defRPr>
                <a:solidFill>
                  <a:srgbClr val="626254"/>
                </a:solidFill>
              </a:defRPr>
            </a:lvl2pPr>
            <a:lvl3pPr>
              <a:defRPr>
                <a:solidFill>
                  <a:srgbClr val="626254"/>
                </a:solidFill>
              </a:defRPr>
            </a:lvl3pPr>
            <a:lvl4pPr>
              <a:defRPr>
                <a:solidFill>
                  <a:srgbClr val="626254"/>
                </a:solidFill>
              </a:defRPr>
            </a:lvl4pPr>
            <a:lvl5pPr>
              <a:defRPr>
                <a:solidFill>
                  <a:srgbClr val="626254"/>
                </a:solidFill>
              </a:defRPr>
            </a:lvl5pPr>
          </a:lstStyle>
          <a:p>
            <a:pPr lvl="0"/>
            <a:r>
              <a:rPr lang="de-DE"/>
              <a:t>Textmasterformat bearbeiten</a:t>
            </a:r>
          </a:p>
        </p:txBody>
      </p:sp>
    </p:spTree>
    <p:extLst>
      <p:ext uri="{BB962C8B-B14F-4D97-AF65-F5344CB8AC3E}">
        <p14:creationId xmlns:p14="http://schemas.microsoft.com/office/powerpoint/2010/main" val="613049600"/>
      </p:ext>
    </p:extLst>
  </p:cSld>
  <p:clrMapOvr>
    <a:masterClrMapping/>
  </p:clrMapOvr>
  <p:extLst>
    <p:ext uri="{DCECCB84-F9BA-43D5-87BE-67443E8EF086}">
      <p15:sldGuideLst xmlns:p15="http://schemas.microsoft.com/office/powerpoint/2012/main">
        <p15:guide id="1" orient="horz" pos="409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ufzählung 2 Spalten">
    <p:spTree>
      <p:nvGrpSpPr>
        <p:cNvPr id="1" name=""/>
        <p:cNvGrpSpPr/>
        <p:nvPr/>
      </p:nvGrpSpPr>
      <p:grpSpPr>
        <a:xfrm>
          <a:off x="0" y="0"/>
          <a:ext cx="0" cy="0"/>
          <a:chOff x="0" y="0"/>
          <a:chExt cx="0" cy="0"/>
        </a:xfrm>
      </p:grpSpPr>
      <p:sp>
        <p:nvSpPr>
          <p:cNvPr id="2" name="Title 1"/>
          <p:cNvSpPr>
            <a:spLocks noGrp="1"/>
          </p:cNvSpPr>
          <p:nvPr>
            <p:ph type="title"/>
          </p:nvPr>
        </p:nvSpPr>
        <p:spPr>
          <a:xfrm>
            <a:off x="1340269" y="600658"/>
            <a:ext cx="9525106" cy="549271"/>
          </a:xfrm>
          <a:prstGeom prst="rect">
            <a:avLst/>
          </a:prstGeom>
        </p:spPr>
        <p:txBody>
          <a:bodyPr lIns="0" tIns="0" rIns="0" bIns="0">
            <a:normAutofit/>
          </a:bodyPr>
          <a:lstStyle>
            <a:lvl1pPr>
              <a:defRPr sz="2800">
                <a:solidFill>
                  <a:srgbClr val="626254"/>
                </a:solidFill>
                <a:latin typeface="Arial" panose="020B0604020202020204" pitchFamily="34" charset="0"/>
                <a:cs typeface="Arial" panose="020B0604020202020204" pitchFamily="34" charset="0"/>
              </a:defRPr>
            </a:lvl1pPr>
          </a:lstStyle>
          <a:p>
            <a:r>
              <a:rPr lang="de-DE"/>
              <a:t>Mastertitelformat bearbeiten</a:t>
            </a:r>
            <a:endParaRPr lang="en-US"/>
          </a:p>
        </p:txBody>
      </p:sp>
      <p:sp>
        <p:nvSpPr>
          <p:cNvPr id="3" name="Content Placeholder 2"/>
          <p:cNvSpPr>
            <a:spLocks noGrp="1"/>
          </p:cNvSpPr>
          <p:nvPr>
            <p:ph idx="1"/>
          </p:nvPr>
        </p:nvSpPr>
        <p:spPr>
          <a:xfrm>
            <a:off x="1340268" y="1422400"/>
            <a:ext cx="9519991" cy="4223790"/>
          </a:xfrm>
          <a:prstGeom prst="rect">
            <a:avLst/>
          </a:prstGeom>
        </p:spPr>
        <p:txBody>
          <a:bodyPr lIns="0" tIns="0" rIns="0" bIns="0" numCol="1"/>
          <a:lstStyle>
            <a:lvl1pPr marL="342900" indent="-342900">
              <a:lnSpc>
                <a:spcPct val="110000"/>
              </a:lnSpc>
              <a:spcBef>
                <a:spcPts val="0"/>
              </a:spcBef>
              <a:spcAft>
                <a:spcPts val="600"/>
              </a:spcAft>
              <a:buClr>
                <a:srgbClr val="626254"/>
              </a:buClr>
              <a:buSzPct val="108000"/>
              <a:buFont typeface="Arial" charset="0"/>
              <a:buChar char="•"/>
              <a:defRPr sz="2200">
                <a:solidFill>
                  <a:srgbClr val="626254"/>
                </a:solidFill>
                <a:latin typeface="Arial" panose="020B0604020202020204" pitchFamily="34" charset="0"/>
                <a:cs typeface="Arial" panose="020B0604020202020204" pitchFamily="34" charset="0"/>
              </a:defRPr>
            </a:lvl1pPr>
            <a:lvl2pPr>
              <a:lnSpc>
                <a:spcPct val="110000"/>
              </a:lnSpc>
              <a:spcBef>
                <a:spcPts val="0"/>
              </a:spcBef>
              <a:spcAft>
                <a:spcPts val="600"/>
              </a:spcAft>
              <a:defRPr sz="1800">
                <a:solidFill>
                  <a:srgbClr val="626254"/>
                </a:solidFill>
                <a:latin typeface="Arial" panose="020B0604020202020204" pitchFamily="34" charset="0"/>
                <a:cs typeface="Arial" panose="020B0604020202020204" pitchFamily="34" charset="0"/>
              </a:defRPr>
            </a:lvl2pPr>
            <a:lvl3pPr>
              <a:defRPr>
                <a:solidFill>
                  <a:srgbClr val="626254"/>
                </a:solidFill>
              </a:defRPr>
            </a:lvl3pPr>
            <a:lvl4pPr>
              <a:defRPr>
                <a:solidFill>
                  <a:srgbClr val="626254"/>
                </a:solidFill>
              </a:defRPr>
            </a:lvl4pPr>
            <a:lvl5pPr>
              <a:defRPr>
                <a:solidFill>
                  <a:srgbClr val="626254"/>
                </a:solidFill>
              </a:defRPr>
            </a:lvl5pPr>
          </a:lstStyle>
          <a:p>
            <a:pPr lvl="0"/>
            <a:r>
              <a:rPr lang="de-DE"/>
              <a:t>Mastertextformat bearbeiten</a:t>
            </a:r>
          </a:p>
          <a:p>
            <a:pPr lvl="1"/>
            <a:r>
              <a:rPr lang="de-DE" err="1"/>
              <a:t>Sdsdd</a:t>
            </a:r>
            <a:endParaRPr lang="de-DE"/>
          </a:p>
          <a:p>
            <a:pPr lvl="1"/>
            <a:r>
              <a:rPr lang="de-DE" err="1"/>
              <a:t>sdfff</a:t>
            </a:r>
            <a:endParaRPr lang="de-DE"/>
          </a:p>
        </p:txBody>
      </p:sp>
    </p:spTree>
    <p:extLst>
      <p:ext uri="{BB962C8B-B14F-4D97-AF65-F5344CB8AC3E}">
        <p14:creationId xmlns:p14="http://schemas.microsoft.com/office/powerpoint/2010/main" val="3084986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igures V2">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232413D9-2F2F-4117-9278-686DD1159031}"/>
              </a:ext>
            </a:extLst>
          </p:cNvPr>
          <p:cNvSpPr>
            <a:spLocks noGrp="1"/>
          </p:cNvSpPr>
          <p:nvPr>
            <p:ph idx="1" hasCustomPrompt="1"/>
          </p:nvPr>
        </p:nvSpPr>
        <p:spPr>
          <a:xfrm rot="16200000">
            <a:off x="-1305196" y="3978853"/>
            <a:ext cx="3722798" cy="549271"/>
          </a:xfrm>
          <a:prstGeom prst="rect">
            <a:avLst/>
          </a:prstGeom>
        </p:spPr>
        <p:txBody>
          <a:bodyPr lIns="0" tIns="0" rIns="0" bIns="0" numCol="1"/>
          <a:lstStyle>
            <a:lvl1pPr marL="0" indent="0">
              <a:lnSpc>
                <a:spcPct val="100000"/>
              </a:lnSpc>
              <a:spcBef>
                <a:spcPts val="1000"/>
              </a:spcBef>
              <a:spcAft>
                <a:spcPts val="0"/>
              </a:spcAft>
              <a:buNone/>
              <a:defRPr sz="1400" i="1">
                <a:solidFill>
                  <a:srgbClr val="626254"/>
                </a:solidFill>
                <a:latin typeface="Arial" panose="020B0604020202020204" pitchFamily="34" charset="0"/>
                <a:cs typeface="Arial" panose="020B0604020202020204" pitchFamily="34" charset="0"/>
              </a:defRPr>
            </a:lvl1pPr>
            <a:lvl2pPr>
              <a:defRPr>
                <a:solidFill>
                  <a:srgbClr val="626254"/>
                </a:solidFill>
              </a:defRPr>
            </a:lvl2pPr>
            <a:lvl3pPr>
              <a:defRPr>
                <a:solidFill>
                  <a:srgbClr val="626254"/>
                </a:solidFill>
              </a:defRPr>
            </a:lvl3pPr>
            <a:lvl4pPr>
              <a:defRPr>
                <a:solidFill>
                  <a:srgbClr val="626254"/>
                </a:solidFill>
              </a:defRPr>
            </a:lvl4pPr>
            <a:lvl5pPr>
              <a:defRPr>
                <a:solidFill>
                  <a:srgbClr val="626254"/>
                </a:solidFill>
              </a:defRPr>
            </a:lvl5pPr>
          </a:lstStyle>
          <a:p>
            <a:pPr lvl="0"/>
            <a:r>
              <a:rPr lang="de-DE"/>
              <a:t>Source: </a:t>
            </a:r>
          </a:p>
        </p:txBody>
      </p:sp>
      <p:grpSp>
        <p:nvGrpSpPr>
          <p:cNvPr id="2" name="Gruppieren 1">
            <a:extLst>
              <a:ext uri="{FF2B5EF4-FFF2-40B4-BE49-F238E27FC236}">
                <a16:creationId xmlns:a16="http://schemas.microsoft.com/office/drawing/2014/main" id="{AAEA5603-BAB1-4608-9B77-8AA735547B99}"/>
              </a:ext>
            </a:extLst>
          </p:cNvPr>
          <p:cNvGrpSpPr/>
          <p:nvPr userDrawn="1"/>
        </p:nvGrpSpPr>
        <p:grpSpPr>
          <a:xfrm>
            <a:off x="-18761" y="365117"/>
            <a:ext cx="1149928" cy="1061901"/>
            <a:chOff x="-18761" y="365117"/>
            <a:chExt cx="1149928" cy="1061901"/>
          </a:xfrm>
        </p:grpSpPr>
        <p:sp>
          <p:nvSpPr>
            <p:cNvPr id="3" name="Ecken des Rechtecks auf der gleichen Seite abrunden 2">
              <a:extLst>
                <a:ext uri="{FF2B5EF4-FFF2-40B4-BE49-F238E27FC236}">
                  <a16:creationId xmlns:a16="http://schemas.microsoft.com/office/drawing/2014/main" id="{C604AAF0-0975-6AB8-5D0C-34C09A3163E8}"/>
                </a:ext>
              </a:extLst>
            </p:cNvPr>
            <p:cNvSpPr/>
            <p:nvPr userDrawn="1"/>
          </p:nvSpPr>
          <p:spPr>
            <a:xfrm rot="5400000">
              <a:off x="25252" y="321104"/>
              <a:ext cx="1061901" cy="1149928"/>
            </a:xfrm>
            <a:prstGeom prst="round2SameRect">
              <a:avLst/>
            </a:prstGeom>
            <a:solidFill>
              <a:schemeClr val="accent4"/>
            </a:solidFill>
            <a:ln>
              <a:noFill/>
            </a:ln>
            <a:effectLst>
              <a:outerShdw blurRad="50800" dist="88900" dir="2700000" algn="ctr" rotWithShape="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Grafik 10" descr="Kreisdiagramm Silhouette">
              <a:extLst>
                <a:ext uri="{FF2B5EF4-FFF2-40B4-BE49-F238E27FC236}">
                  <a16:creationId xmlns:a16="http://schemas.microsoft.com/office/drawing/2014/main" id="{E1EEFF33-BFC4-4901-9F31-DF66C1F03F9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002" y="438868"/>
              <a:ext cx="914400" cy="914400"/>
            </a:xfrm>
            <a:prstGeom prst="rect">
              <a:avLst/>
            </a:prstGeom>
          </p:spPr>
        </p:pic>
      </p:grpSp>
      <p:sp>
        <p:nvSpPr>
          <p:cNvPr id="5" name="Title 1">
            <a:extLst>
              <a:ext uri="{FF2B5EF4-FFF2-40B4-BE49-F238E27FC236}">
                <a16:creationId xmlns:a16="http://schemas.microsoft.com/office/drawing/2014/main" id="{635A1646-AC1E-B3CE-5C17-7C2EDB1B3BBD}"/>
              </a:ext>
            </a:extLst>
          </p:cNvPr>
          <p:cNvSpPr>
            <a:spLocks noGrp="1"/>
          </p:cNvSpPr>
          <p:nvPr>
            <p:ph type="title" hasCustomPrompt="1"/>
          </p:nvPr>
        </p:nvSpPr>
        <p:spPr>
          <a:xfrm>
            <a:off x="1340269" y="600658"/>
            <a:ext cx="9525106" cy="549271"/>
          </a:xfrm>
          <a:prstGeom prst="rect">
            <a:avLst/>
          </a:prstGeom>
        </p:spPr>
        <p:txBody>
          <a:bodyPr lIns="0" tIns="0" rIns="0" bIns="0">
            <a:normAutofit/>
          </a:bodyPr>
          <a:lstStyle>
            <a:lvl1pPr>
              <a:defRPr sz="2800">
                <a:solidFill>
                  <a:srgbClr val="626254"/>
                </a:solidFill>
                <a:latin typeface="Arial" panose="020B0604020202020204" pitchFamily="34" charset="0"/>
                <a:cs typeface="Arial" panose="020B0604020202020204" pitchFamily="34" charset="0"/>
              </a:defRPr>
            </a:lvl1pPr>
          </a:lstStyle>
          <a:p>
            <a:r>
              <a:rPr lang="en-GB" noProof="0"/>
              <a:t>Figure</a:t>
            </a:r>
          </a:p>
        </p:txBody>
      </p:sp>
    </p:spTree>
    <p:extLst>
      <p:ext uri="{BB962C8B-B14F-4D97-AF65-F5344CB8AC3E}">
        <p14:creationId xmlns:p14="http://schemas.microsoft.com/office/powerpoint/2010/main" val="911232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V2">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232413D9-2F2F-4117-9278-686DD1159031}"/>
              </a:ext>
            </a:extLst>
          </p:cNvPr>
          <p:cNvSpPr>
            <a:spLocks noGrp="1"/>
          </p:cNvSpPr>
          <p:nvPr>
            <p:ph idx="1" hasCustomPrompt="1"/>
          </p:nvPr>
        </p:nvSpPr>
        <p:spPr>
          <a:xfrm rot="16200000">
            <a:off x="-1582352" y="3817788"/>
            <a:ext cx="4198018" cy="372441"/>
          </a:xfrm>
          <a:prstGeom prst="rect">
            <a:avLst/>
          </a:prstGeom>
        </p:spPr>
        <p:txBody>
          <a:bodyPr lIns="0" tIns="0" rIns="0" bIns="0" numCol="1"/>
          <a:lstStyle>
            <a:lvl1pPr marL="0" indent="0">
              <a:lnSpc>
                <a:spcPct val="100000"/>
              </a:lnSpc>
              <a:spcBef>
                <a:spcPts val="1000"/>
              </a:spcBef>
              <a:spcAft>
                <a:spcPts val="0"/>
              </a:spcAft>
              <a:buNone/>
              <a:defRPr sz="1400" i="1">
                <a:solidFill>
                  <a:srgbClr val="626254"/>
                </a:solidFill>
                <a:latin typeface="Arial" panose="020B0604020202020204" pitchFamily="34" charset="0"/>
                <a:cs typeface="Arial" panose="020B0604020202020204" pitchFamily="34" charset="0"/>
              </a:defRPr>
            </a:lvl1pPr>
            <a:lvl2pPr>
              <a:defRPr>
                <a:solidFill>
                  <a:srgbClr val="626254"/>
                </a:solidFill>
              </a:defRPr>
            </a:lvl2pPr>
            <a:lvl3pPr>
              <a:defRPr>
                <a:solidFill>
                  <a:srgbClr val="626254"/>
                </a:solidFill>
              </a:defRPr>
            </a:lvl3pPr>
            <a:lvl4pPr>
              <a:defRPr>
                <a:solidFill>
                  <a:srgbClr val="626254"/>
                </a:solidFill>
              </a:defRPr>
            </a:lvl4pPr>
            <a:lvl5pPr>
              <a:defRPr>
                <a:solidFill>
                  <a:srgbClr val="626254"/>
                </a:solidFill>
              </a:defRPr>
            </a:lvl5pPr>
          </a:lstStyle>
          <a:p>
            <a:pPr lvl="0"/>
            <a:r>
              <a:rPr lang="de-DE"/>
              <a:t>Source: </a:t>
            </a:r>
          </a:p>
        </p:txBody>
      </p:sp>
      <p:grpSp>
        <p:nvGrpSpPr>
          <p:cNvPr id="2" name="Gruppieren 1">
            <a:extLst>
              <a:ext uri="{FF2B5EF4-FFF2-40B4-BE49-F238E27FC236}">
                <a16:creationId xmlns:a16="http://schemas.microsoft.com/office/drawing/2014/main" id="{65B1167C-A6EF-45E9-9193-FEB71E4B70D4}"/>
              </a:ext>
            </a:extLst>
          </p:cNvPr>
          <p:cNvGrpSpPr/>
          <p:nvPr userDrawn="1"/>
        </p:nvGrpSpPr>
        <p:grpSpPr>
          <a:xfrm>
            <a:off x="-18761" y="365117"/>
            <a:ext cx="1149928" cy="1061901"/>
            <a:chOff x="-18761" y="365117"/>
            <a:chExt cx="1149928" cy="1061901"/>
          </a:xfrm>
        </p:grpSpPr>
        <p:sp>
          <p:nvSpPr>
            <p:cNvPr id="3" name="Ecken des Rechtecks auf der gleichen Seite abrunden 2">
              <a:extLst>
                <a:ext uri="{FF2B5EF4-FFF2-40B4-BE49-F238E27FC236}">
                  <a16:creationId xmlns:a16="http://schemas.microsoft.com/office/drawing/2014/main" id="{C604AAF0-0975-6AB8-5D0C-34C09A3163E8}"/>
                </a:ext>
              </a:extLst>
            </p:cNvPr>
            <p:cNvSpPr/>
            <p:nvPr userDrawn="1"/>
          </p:nvSpPr>
          <p:spPr>
            <a:xfrm rot="5400000">
              <a:off x="25252" y="321104"/>
              <a:ext cx="1061901" cy="1149928"/>
            </a:xfrm>
            <a:prstGeom prst="round2SameRect">
              <a:avLst/>
            </a:prstGeom>
            <a:solidFill>
              <a:schemeClr val="accent4"/>
            </a:solidFill>
            <a:ln>
              <a:noFill/>
            </a:ln>
            <a:effectLst>
              <a:outerShdw blurRad="50800" dist="88900" dir="2700000" algn="ctr" rotWithShape="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9" name="Gruppieren 8">
              <a:extLst>
                <a:ext uri="{FF2B5EF4-FFF2-40B4-BE49-F238E27FC236}">
                  <a16:creationId xmlns:a16="http://schemas.microsoft.com/office/drawing/2014/main" id="{FD0061A2-D5BE-11ED-D402-F8EA6C698C29}"/>
                </a:ext>
              </a:extLst>
            </p:cNvPr>
            <p:cNvGrpSpPr/>
            <p:nvPr userDrawn="1"/>
          </p:nvGrpSpPr>
          <p:grpSpPr>
            <a:xfrm>
              <a:off x="132673" y="573298"/>
              <a:ext cx="847057" cy="645540"/>
              <a:chOff x="2356256" y="1928635"/>
              <a:chExt cx="3032212" cy="2175115"/>
            </a:xfrm>
          </p:grpSpPr>
          <p:grpSp>
            <p:nvGrpSpPr>
              <p:cNvPr id="10" name="Gruppieren 9">
                <a:extLst>
                  <a:ext uri="{FF2B5EF4-FFF2-40B4-BE49-F238E27FC236}">
                    <a16:creationId xmlns:a16="http://schemas.microsoft.com/office/drawing/2014/main" id="{C163C2F5-FC48-E980-E962-9B9A0FCF9240}"/>
                  </a:ext>
                </a:extLst>
              </p:cNvPr>
              <p:cNvGrpSpPr/>
              <p:nvPr/>
            </p:nvGrpSpPr>
            <p:grpSpPr>
              <a:xfrm>
                <a:off x="2356256" y="1928635"/>
                <a:ext cx="3032212" cy="2175115"/>
                <a:chOff x="2397352" y="2632415"/>
                <a:chExt cx="3032212" cy="2175115"/>
              </a:xfrm>
            </p:grpSpPr>
            <p:sp>
              <p:nvSpPr>
                <p:cNvPr id="13" name="Inhaltsplatzhalter 4" descr="Tabelle Silhouette">
                  <a:extLst>
                    <a:ext uri="{FF2B5EF4-FFF2-40B4-BE49-F238E27FC236}">
                      <a16:creationId xmlns:a16="http://schemas.microsoft.com/office/drawing/2014/main" id="{6DA92DA0-B160-D9CB-01F2-948EB912DB4B}"/>
                    </a:ext>
                  </a:extLst>
                </p:cNvPr>
                <p:cNvSpPr/>
                <p:nvPr/>
              </p:nvSpPr>
              <p:spPr>
                <a:xfrm>
                  <a:off x="2397352" y="2632415"/>
                  <a:ext cx="2749095" cy="1844787"/>
                </a:xfrm>
                <a:custGeom>
                  <a:avLst/>
                  <a:gdLst>
                    <a:gd name="connsiteX0" fmla="*/ 0 w 2749095"/>
                    <a:gd name="connsiteY0" fmla="*/ 1844788 h 1844787"/>
                    <a:gd name="connsiteX1" fmla="*/ 2749096 w 2749095"/>
                    <a:gd name="connsiteY1" fmla="*/ 1844788 h 1844787"/>
                    <a:gd name="connsiteX2" fmla="*/ 2749096 w 2749095"/>
                    <a:gd name="connsiteY2" fmla="*/ 0 h 1844787"/>
                    <a:gd name="connsiteX3" fmla="*/ 0 w 2749095"/>
                    <a:gd name="connsiteY3" fmla="*/ 0 h 1844787"/>
                    <a:gd name="connsiteX4" fmla="*/ 72345 w 2749095"/>
                    <a:gd name="connsiteY4" fmla="*/ 1772443 h 1844787"/>
                    <a:gd name="connsiteX5" fmla="*/ 72345 w 2749095"/>
                    <a:gd name="connsiteY5" fmla="*/ 1266031 h 1844787"/>
                    <a:gd name="connsiteX6" fmla="*/ 904308 w 2749095"/>
                    <a:gd name="connsiteY6" fmla="*/ 1266031 h 1844787"/>
                    <a:gd name="connsiteX7" fmla="*/ 904308 w 2749095"/>
                    <a:gd name="connsiteY7" fmla="*/ 1772443 h 1844787"/>
                    <a:gd name="connsiteX8" fmla="*/ 1772443 w 2749095"/>
                    <a:gd name="connsiteY8" fmla="*/ 687274 h 1844787"/>
                    <a:gd name="connsiteX9" fmla="*/ 1772443 w 2749095"/>
                    <a:gd name="connsiteY9" fmla="*/ 1193686 h 1844787"/>
                    <a:gd name="connsiteX10" fmla="*/ 976652 w 2749095"/>
                    <a:gd name="connsiteY10" fmla="*/ 1193686 h 1844787"/>
                    <a:gd name="connsiteX11" fmla="*/ 976652 w 2749095"/>
                    <a:gd name="connsiteY11" fmla="*/ 687274 h 1844787"/>
                    <a:gd name="connsiteX12" fmla="*/ 976652 w 2749095"/>
                    <a:gd name="connsiteY12" fmla="*/ 614929 h 1844787"/>
                    <a:gd name="connsiteX13" fmla="*/ 976652 w 2749095"/>
                    <a:gd name="connsiteY13" fmla="*/ 72345 h 1844787"/>
                    <a:gd name="connsiteX14" fmla="*/ 1772443 w 2749095"/>
                    <a:gd name="connsiteY14" fmla="*/ 72345 h 1844787"/>
                    <a:gd name="connsiteX15" fmla="*/ 1772443 w 2749095"/>
                    <a:gd name="connsiteY15" fmla="*/ 614929 h 1844787"/>
                    <a:gd name="connsiteX16" fmla="*/ 1844788 w 2749095"/>
                    <a:gd name="connsiteY16" fmla="*/ 687274 h 1844787"/>
                    <a:gd name="connsiteX17" fmla="*/ 2676751 w 2749095"/>
                    <a:gd name="connsiteY17" fmla="*/ 687274 h 1844787"/>
                    <a:gd name="connsiteX18" fmla="*/ 2676751 w 2749095"/>
                    <a:gd name="connsiteY18" fmla="*/ 1193686 h 1844787"/>
                    <a:gd name="connsiteX19" fmla="*/ 1844788 w 2749095"/>
                    <a:gd name="connsiteY19" fmla="*/ 1193686 h 1844787"/>
                    <a:gd name="connsiteX20" fmla="*/ 904308 w 2749095"/>
                    <a:gd name="connsiteY20" fmla="*/ 1193686 h 1844787"/>
                    <a:gd name="connsiteX21" fmla="*/ 72345 w 2749095"/>
                    <a:gd name="connsiteY21" fmla="*/ 1193686 h 1844787"/>
                    <a:gd name="connsiteX22" fmla="*/ 72345 w 2749095"/>
                    <a:gd name="connsiteY22" fmla="*/ 687274 h 1844787"/>
                    <a:gd name="connsiteX23" fmla="*/ 904308 w 2749095"/>
                    <a:gd name="connsiteY23" fmla="*/ 687274 h 1844787"/>
                    <a:gd name="connsiteX24" fmla="*/ 976652 w 2749095"/>
                    <a:gd name="connsiteY24" fmla="*/ 1772443 h 1844787"/>
                    <a:gd name="connsiteX25" fmla="*/ 976652 w 2749095"/>
                    <a:gd name="connsiteY25" fmla="*/ 1266031 h 1844787"/>
                    <a:gd name="connsiteX26" fmla="*/ 1772443 w 2749095"/>
                    <a:gd name="connsiteY26" fmla="*/ 1266031 h 1844787"/>
                    <a:gd name="connsiteX27" fmla="*/ 1772443 w 2749095"/>
                    <a:gd name="connsiteY27" fmla="*/ 1772443 h 1844787"/>
                    <a:gd name="connsiteX28" fmla="*/ 1844788 w 2749095"/>
                    <a:gd name="connsiteY28" fmla="*/ 1772443 h 1844787"/>
                    <a:gd name="connsiteX29" fmla="*/ 1844788 w 2749095"/>
                    <a:gd name="connsiteY29" fmla="*/ 1266031 h 1844787"/>
                    <a:gd name="connsiteX30" fmla="*/ 2676751 w 2749095"/>
                    <a:gd name="connsiteY30" fmla="*/ 1266031 h 1844787"/>
                    <a:gd name="connsiteX31" fmla="*/ 2676751 w 2749095"/>
                    <a:gd name="connsiteY31" fmla="*/ 1772443 h 1844787"/>
                    <a:gd name="connsiteX32" fmla="*/ 2676751 w 2749095"/>
                    <a:gd name="connsiteY32" fmla="*/ 614929 h 1844787"/>
                    <a:gd name="connsiteX33" fmla="*/ 1844788 w 2749095"/>
                    <a:gd name="connsiteY33" fmla="*/ 614929 h 1844787"/>
                    <a:gd name="connsiteX34" fmla="*/ 1844788 w 2749095"/>
                    <a:gd name="connsiteY34" fmla="*/ 72345 h 1844787"/>
                    <a:gd name="connsiteX35" fmla="*/ 2676751 w 2749095"/>
                    <a:gd name="connsiteY35" fmla="*/ 72345 h 1844787"/>
                    <a:gd name="connsiteX36" fmla="*/ 904308 w 2749095"/>
                    <a:gd name="connsiteY36" fmla="*/ 72345 h 1844787"/>
                    <a:gd name="connsiteX37" fmla="*/ 904308 w 2749095"/>
                    <a:gd name="connsiteY37" fmla="*/ 614929 h 1844787"/>
                    <a:gd name="connsiteX38" fmla="*/ 72345 w 2749095"/>
                    <a:gd name="connsiteY38" fmla="*/ 614929 h 1844787"/>
                    <a:gd name="connsiteX39" fmla="*/ 72345 w 2749095"/>
                    <a:gd name="connsiteY39" fmla="*/ 72345 h 1844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749095" h="1844787">
                      <a:moveTo>
                        <a:pt x="0" y="1844788"/>
                      </a:moveTo>
                      <a:lnTo>
                        <a:pt x="2749096" y="1844788"/>
                      </a:lnTo>
                      <a:lnTo>
                        <a:pt x="2749096" y="0"/>
                      </a:lnTo>
                      <a:lnTo>
                        <a:pt x="0" y="0"/>
                      </a:lnTo>
                      <a:close/>
                      <a:moveTo>
                        <a:pt x="72345" y="1772443"/>
                      </a:moveTo>
                      <a:lnTo>
                        <a:pt x="72345" y="1266031"/>
                      </a:lnTo>
                      <a:lnTo>
                        <a:pt x="904308" y="1266031"/>
                      </a:lnTo>
                      <a:lnTo>
                        <a:pt x="904308" y="1772443"/>
                      </a:lnTo>
                      <a:close/>
                      <a:moveTo>
                        <a:pt x="1772443" y="687274"/>
                      </a:moveTo>
                      <a:lnTo>
                        <a:pt x="1772443" y="1193686"/>
                      </a:lnTo>
                      <a:lnTo>
                        <a:pt x="976652" y="1193686"/>
                      </a:lnTo>
                      <a:lnTo>
                        <a:pt x="976652" y="687274"/>
                      </a:lnTo>
                      <a:close/>
                      <a:moveTo>
                        <a:pt x="976652" y="614929"/>
                      </a:moveTo>
                      <a:lnTo>
                        <a:pt x="976652" y="72345"/>
                      </a:lnTo>
                      <a:lnTo>
                        <a:pt x="1772443" y="72345"/>
                      </a:lnTo>
                      <a:lnTo>
                        <a:pt x="1772443" y="614929"/>
                      </a:lnTo>
                      <a:close/>
                      <a:moveTo>
                        <a:pt x="1844788" y="687274"/>
                      </a:moveTo>
                      <a:lnTo>
                        <a:pt x="2676751" y="687274"/>
                      </a:lnTo>
                      <a:lnTo>
                        <a:pt x="2676751" y="1193686"/>
                      </a:lnTo>
                      <a:lnTo>
                        <a:pt x="1844788" y="1193686"/>
                      </a:lnTo>
                      <a:close/>
                      <a:moveTo>
                        <a:pt x="904308" y="1193686"/>
                      </a:moveTo>
                      <a:lnTo>
                        <a:pt x="72345" y="1193686"/>
                      </a:lnTo>
                      <a:lnTo>
                        <a:pt x="72345" y="687274"/>
                      </a:lnTo>
                      <a:lnTo>
                        <a:pt x="904308" y="687274"/>
                      </a:lnTo>
                      <a:close/>
                      <a:moveTo>
                        <a:pt x="976652" y="1772443"/>
                      </a:moveTo>
                      <a:lnTo>
                        <a:pt x="976652" y="1266031"/>
                      </a:lnTo>
                      <a:lnTo>
                        <a:pt x="1772443" y="1266031"/>
                      </a:lnTo>
                      <a:lnTo>
                        <a:pt x="1772443" y="1772443"/>
                      </a:lnTo>
                      <a:close/>
                      <a:moveTo>
                        <a:pt x="1844788" y="1772443"/>
                      </a:moveTo>
                      <a:lnTo>
                        <a:pt x="1844788" y="1266031"/>
                      </a:lnTo>
                      <a:lnTo>
                        <a:pt x="2676751" y="1266031"/>
                      </a:lnTo>
                      <a:lnTo>
                        <a:pt x="2676751" y="1772443"/>
                      </a:lnTo>
                      <a:close/>
                      <a:moveTo>
                        <a:pt x="2676751" y="614929"/>
                      </a:moveTo>
                      <a:lnTo>
                        <a:pt x="1844788" y="614929"/>
                      </a:lnTo>
                      <a:lnTo>
                        <a:pt x="1844788" y="72345"/>
                      </a:lnTo>
                      <a:lnTo>
                        <a:pt x="2676751" y="72345"/>
                      </a:lnTo>
                      <a:close/>
                      <a:moveTo>
                        <a:pt x="904308" y="72345"/>
                      </a:moveTo>
                      <a:lnTo>
                        <a:pt x="904308" y="614929"/>
                      </a:lnTo>
                      <a:lnTo>
                        <a:pt x="72345" y="614929"/>
                      </a:lnTo>
                      <a:lnTo>
                        <a:pt x="72345" y="72345"/>
                      </a:lnTo>
                      <a:close/>
                    </a:path>
                  </a:pathLst>
                </a:custGeom>
                <a:solidFill>
                  <a:srgbClr val="000000"/>
                </a:solidFill>
                <a:ln w="36116" cap="flat">
                  <a:noFill/>
                  <a:prstDash val="solid"/>
                  <a:miter/>
                </a:ln>
              </p:spPr>
              <p:txBody>
                <a:bodyPr rtlCol="0" anchor="ctr"/>
                <a:lstStyle/>
                <a:p>
                  <a:endParaRPr lang="de-DE"/>
                </a:p>
              </p:txBody>
            </p:sp>
            <p:sp>
              <p:nvSpPr>
                <p:cNvPr id="14" name="Oval 7">
                  <a:extLst>
                    <a:ext uri="{FF2B5EF4-FFF2-40B4-BE49-F238E27FC236}">
                      <a16:creationId xmlns:a16="http://schemas.microsoft.com/office/drawing/2014/main" id="{0EA34423-8FC3-9FCD-D6D7-223351BF3997}"/>
                    </a:ext>
                  </a:extLst>
                </p:cNvPr>
                <p:cNvSpPr/>
                <p:nvPr/>
              </p:nvSpPr>
              <p:spPr>
                <a:xfrm>
                  <a:off x="4533308" y="3911274"/>
                  <a:ext cx="896256" cy="896256"/>
                </a:xfrm>
                <a:prstGeom prst="ellipse">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a:p>
              </p:txBody>
            </p:sp>
          </p:grpSp>
          <p:sp>
            <p:nvSpPr>
              <p:cNvPr id="12" name="Grafik 6" descr="Informationen mit einfarbiger Füllung">
                <a:extLst>
                  <a:ext uri="{FF2B5EF4-FFF2-40B4-BE49-F238E27FC236}">
                    <a16:creationId xmlns:a16="http://schemas.microsoft.com/office/drawing/2014/main" id="{FDC5E989-F432-2C5E-A151-C6DF232DED03}"/>
                  </a:ext>
                </a:extLst>
              </p:cNvPr>
              <p:cNvSpPr/>
              <p:nvPr/>
            </p:nvSpPr>
            <p:spPr>
              <a:xfrm>
                <a:off x="4492212" y="3207494"/>
                <a:ext cx="896256" cy="896256"/>
              </a:xfrm>
              <a:custGeom>
                <a:avLst/>
                <a:gdLst>
                  <a:gd name="connsiteX0" fmla="*/ 448128 w 896256"/>
                  <a:gd name="connsiteY0" fmla="*/ 0 h 896256"/>
                  <a:gd name="connsiteX1" fmla="*/ 0 w 896256"/>
                  <a:gd name="connsiteY1" fmla="*/ 448128 h 896256"/>
                  <a:gd name="connsiteX2" fmla="*/ 448128 w 896256"/>
                  <a:gd name="connsiteY2" fmla="*/ 896257 h 896256"/>
                  <a:gd name="connsiteX3" fmla="*/ 896257 w 896256"/>
                  <a:gd name="connsiteY3" fmla="*/ 448128 h 896256"/>
                  <a:gd name="connsiteX4" fmla="*/ 448128 w 896256"/>
                  <a:gd name="connsiteY4" fmla="*/ 0 h 896256"/>
                  <a:gd name="connsiteX5" fmla="*/ 424543 w 896256"/>
                  <a:gd name="connsiteY5" fmla="*/ 117929 h 896256"/>
                  <a:gd name="connsiteX6" fmla="*/ 483507 w 896256"/>
                  <a:gd name="connsiteY6" fmla="*/ 176893 h 896256"/>
                  <a:gd name="connsiteX7" fmla="*/ 424543 w 896256"/>
                  <a:gd name="connsiteY7" fmla="*/ 235857 h 896256"/>
                  <a:gd name="connsiteX8" fmla="*/ 365578 w 896256"/>
                  <a:gd name="connsiteY8" fmla="*/ 176893 h 896256"/>
                  <a:gd name="connsiteX9" fmla="*/ 424543 w 896256"/>
                  <a:gd name="connsiteY9" fmla="*/ 117929 h 896256"/>
                  <a:gd name="connsiteX10" fmla="*/ 566057 w 896256"/>
                  <a:gd name="connsiteY10" fmla="*/ 778328 h 896256"/>
                  <a:gd name="connsiteX11" fmla="*/ 330200 w 896256"/>
                  <a:gd name="connsiteY11" fmla="*/ 778328 h 896256"/>
                  <a:gd name="connsiteX12" fmla="*/ 330200 w 896256"/>
                  <a:gd name="connsiteY12" fmla="*/ 707571 h 896256"/>
                  <a:gd name="connsiteX13" fmla="*/ 412750 w 896256"/>
                  <a:gd name="connsiteY13" fmla="*/ 707571 h 896256"/>
                  <a:gd name="connsiteX14" fmla="*/ 412750 w 896256"/>
                  <a:gd name="connsiteY14" fmla="*/ 353786 h 896256"/>
                  <a:gd name="connsiteX15" fmla="*/ 341993 w 896256"/>
                  <a:gd name="connsiteY15" fmla="*/ 353786 h 896256"/>
                  <a:gd name="connsiteX16" fmla="*/ 341993 w 896256"/>
                  <a:gd name="connsiteY16" fmla="*/ 283029 h 896256"/>
                  <a:gd name="connsiteX17" fmla="*/ 483507 w 896256"/>
                  <a:gd name="connsiteY17" fmla="*/ 283029 h 896256"/>
                  <a:gd name="connsiteX18" fmla="*/ 483507 w 896256"/>
                  <a:gd name="connsiteY18" fmla="*/ 353786 h 896256"/>
                  <a:gd name="connsiteX19" fmla="*/ 483507 w 896256"/>
                  <a:gd name="connsiteY19" fmla="*/ 707571 h 896256"/>
                  <a:gd name="connsiteX20" fmla="*/ 566057 w 896256"/>
                  <a:gd name="connsiteY20" fmla="*/ 707571 h 896256"/>
                  <a:gd name="connsiteX21" fmla="*/ 566057 w 896256"/>
                  <a:gd name="connsiteY21" fmla="*/ 778328 h 896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96256" h="896256">
                    <a:moveTo>
                      <a:pt x="448128" y="0"/>
                    </a:moveTo>
                    <a:cubicBezTo>
                      <a:pt x="200479" y="0"/>
                      <a:pt x="0" y="200479"/>
                      <a:pt x="0" y="448128"/>
                    </a:cubicBezTo>
                    <a:cubicBezTo>
                      <a:pt x="0" y="695778"/>
                      <a:pt x="200479" y="896257"/>
                      <a:pt x="448128" y="896257"/>
                    </a:cubicBezTo>
                    <a:cubicBezTo>
                      <a:pt x="695778" y="896257"/>
                      <a:pt x="896257" y="695778"/>
                      <a:pt x="896257" y="448128"/>
                    </a:cubicBezTo>
                    <a:cubicBezTo>
                      <a:pt x="896257" y="200479"/>
                      <a:pt x="695778" y="0"/>
                      <a:pt x="448128" y="0"/>
                    </a:cubicBezTo>
                    <a:close/>
                    <a:moveTo>
                      <a:pt x="424543" y="117929"/>
                    </a:moveTo>
                    <a:cubicBezTo>
                      <a:pt x="457563" y="117929"/>
                      <a:pt x="483507" y="143873"/>
                      <a:pt x="483507" y="176893"/>
                    </a:cubicBezTo>
                    <a:cubicBezTo>
                      <a:pt x="483507" y="209913"/>
                      <a:pt x="457563" y="235857"/>
                      <a:pt x="424543" y="235857"/>
                    </a:cubicBezTo>
                    <a:cubicBezTo>
                      <a:pt x="391523" y="235857"/>
                      <a:pt x="365578" y="209913"/>
                      <a:pt x="365578" y="176893"/>
                    </a:cubicBezTo>
                    <a:cubicBezTo>
                      <a:pt x="365578" y="143873"/>
                      <a:pt x="391523" y="117929"/>
                      <a:pt x="424543" y="117929"/>
                    </a:cubicBezTo>
                    <a:close/>
                    <a:moveTo>
                      <a:pt x="566057" y="778328"/>
                    </a:moveTo>
                    <a:lnTo>
                      <a:pt x="330200" y="778328"/>
                    </a:lnTo>
                    <a:lnTo>
                      <a:pt x="330200" y="707571"/>
                    </a:lnTo>
                    <a:lnTo>
                      <a:pt x="412750" y="707571"/>
                    </a:lnTo>
                    <a:lnTo>
                      <a:pt x="412750" y="353786"/>
                    </a:lnTo>
                    <a:lnTo>
                      <a:pt x="341993" y="353786"/>
                    </a:lnTo>
                    <a:lnTo>
                      <a:pt x="341993" y="283029"/>
                    </a:lnTo>
                    <a:lnTo>
                      <a:pt x="483507" y="283029"/>
                    </a:lnTo>
                    <a:lnTo>
                      <a:pt x="483507" y="353786"/>
                    </a:lnTo>
                    <a:lnTo>
                      <a:pt x="483507" y="707571"/>
                    </a:lnTo>
                    <a:lnTo>
                      <a:pt x="566057" y="707571"/>
                    </a:lnTo>
                    <a:lnTo>
                      <a:pt x="566057" y="778328"/>
                    </a:lnTo>
                    <a:close/>
                  </a:path>
                </a:pathLst>
              </a:custGeom>
              <a:solidFill>
                <a:srgbClr val="000000"/>
              </a:solidFill>
              <a:ln w="11708" cap="flat">
                <a:noFill/>
                <a:prstDash val="solid"/>
                <a:miter/>
              </a:ln>
            </p:spPr>
            <p:txBody>
              <a:bodyPr rtlCol="0" anchor="ctr"/>
              <a:lstStyle/>
              <a:p>
                <a:endParaRPr lang="de-DE"/>
              </a:p>
            </p:txBody>
          </p:sp>
        </p:grpSp>
      </p:grpSp>
      <p:sp>
        <p:nvSpPr>
          <p:cNvPr id="4" name="Title 1">
            <a:extLst>
              <a:ext uri="{FF2B5EF4-FFF2-40B4-BE49-F238E27FC236}">
                <a16:creationId xmlns:a16="http://schemas.microsoft.com/office/drawing/2014/main" id="{257E4AFE-2768-C2BD-F790-783D738FCF13}"/>
              </a:ext>
            </a:extLst>
          </p:cNvPr>
          <p:cNvSpPr>
            <a:spLocks noGrp="1"/>
          </p:cNvSpPr>
          <p:nvPr>
            <p:ph type="title" hasCustomPrompt="1"/>
          </p:nvPr>
        </p:nvSpPr>
        <p:spPr>
          <a:xfrm>
            <a:off x="1340269" y="600658"/>
            <a:ext cx="9525106" cy="549271"/>
          </a:xfrm>
          <a:prstGeom prst="rect">
            <a:avLst/>
          </a:prstGeom>
        </p:spPr>
        <p:txBody>
          <a:bodyPr lIns="0" tIns="0" rIns="0" bIns="0">
            <a:normAutofit/>
          </a:bodyPr>
          <a:lstStyle>
            <a:lvl1pPr>
              <a:defRPr sz="2800">
                <a:solidFill>
                  <a:srgbClr val="626254"/>
                </a:solidFill>
                <a:latin typeface="Arial" panose="020B0604020202020204" pitchFamily="34" charset="0"/>
                <a:cs typeface="Arial" panose="020B0604020202020204" pitchFamily="34" charset="0"/>
              </a:defRPr>
            </a:lvl1pPr>
          </a:lstStyle>
          <a:p>
            <a:r>
              <a:rPr lang="de-DE"/>
              <a:t>Table</a:t>
            </a:r>
            <a:endParaRPr lang="en-US"/>
          </a:p>
        </p:txBody>
      </p:sp>
    </p:spTree>
    <p:extLst>
      <p:ext uri="{BB962C8B-B14F-4D97-AF65-F5344CB8AC3E}">
        <p14:creationId xmlns:p14="http://schemas.microsoft.com/office/powerpoint/2010/main" val="3921235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11" name="Rechtwinkliges Dreieck 10">
            <a:extLst>
              <a:ext uri="{FF2B5EF4-FFF2-40B4-BE49-F238E27FC236}">
                <a16:creationId xmlns:a16="http://schemas.microsoft.com/office/drawing/2014/main" id="{48F6BD39-0EA6-4292-AF3B-8AAD75F01F31}"/>
              </a:ext>
            </a:extLst>
          </p:cNvPr>
          <p:cNvSpPr/>
          <p:nvPr userDrawn="1"/>
        </p:nvSpPr>
        <p:spPr>
          <a:xfrm rot="5400000" flipV="1">
            <a:off x="8929580" y="-19493"/>
            <a:ext cx="3242930" cy="3281917"/>
          </a:xfrm>
          <a:prstGeom prst="rtTriangl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le 1"/>
          <p:cNvSpPr>
            <a:spLocks noGrp="1"/>
          </p:cNvSpPr>
          <p:nvPr>
            <p:ph type="title" hasCustomPrompt="1"/>
          </p:nvPr>
        </p:nvSpPr>
        <p:spPr>
          <a:xfrm>
            <a:off x="1340269" y="600658"/>
            <a:ext cx="8085904" cy="549271"/>
          </a:xfrm>
          <a:prstGeom prst="rect">
            <a:avLst/>
          </a:prstGeom>
        </p:spPr>
        <p:txBody>
          <a:bodyPr lIns="0" tIns="0" rIns="0" bIns="0">
            <a:normAutofit/>
          </a:bodyPr>
          <a:lstStyle>
            <a:lvl1pPr>
              <a:defRPr sz="2800">
                <a:solidFill>
                  <a:srgbClr val="626254"/>
                </a:solidFill>
                <a:latin typeface="Arial" panose="020B0604020202020204" pitchFamily="34" charset="0"/>
                <a:cs typeface="Arial" panose="020B0604020202020204" pitchFamily="34" charset="0"/>
              </a:defRPr>
            </a:lvl1pPr>
          </a:lstStyle>
          <a:p>
            <a:r>
              <a:rPr lang="de-DE"/>
              <a:t>Learning Objectives</a:t>
            </a:r>
            <a:endParaRPr lang="en-US"/>
          </a:p>
        </p:txBody>
      </p:sp>
      <p:sp>
        <p:nvSpPr>
          <p:cNvPr id="9" name="Rechtwinkliges Dreieck 8">
            <a:extLst>
              <a:ext uri="{FF2B5EF4-FFF2-40B4-BE49-F238E27FC236}">
                <a16:creationId xmlns:a16="http://schemas.microsoft.com/office/drawing/2014/main" id="{0654A125-4D54-4873-B333-AA1742C27126}"/>
              </a:ext>
            </a:extLst>
          </p:cNvPr>
          <p:cNvSpPr/>
          <p:nvPr userDrawn="1"/>
        </p:nvSpPr>
        <p:spPr>
          <a:xfrm rot="5400000" flipH="1" flipV="1">
            <a:off x="7589877" y="2255872"/>
            <a:ext cx="6858001" cy="2346253"/>
          </a:xfrm>
          <a:prstGeom prst="rtTriangle">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Bild 8">
            <a:extLst>
              <a:ext uri="{FF2B5EF4-FFF2-40B4-BE49-F238E27FC236}">
                <a16:creationId xmlns:a16="http://schemas.microsoft.com/office/drawing/2014/main" id="{DBFBEF15-F34C-4276-9EFB-978624E3A6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50692" y="183740"/>
            <a:ext cx="2316793" cy="1055299"/>
          </a:xfrm>
          <a:prstGeom prst="rect">
            <a:avLst/>
          </a:prstGeom>
        </p:spPr>
      </p:pic>
      <p:pic>
        <p:nvPicPr>
          <p:cNvPr id="8" name="Grafik 7" descr="Ausgezeichnet Silhouette">
            <a:extLst>
              <a:ext uri="{FF2B5EF4-FFF2-40B4-BE49-F238E27FC236}">
                <a16:creationId xmlns:a16="http://schemas.microsoft.com/office/drawing/2014/main" id="{E73849DE-FE9E-494C-9B3D-817DF4FBFD1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809088" y="5578080"/>
            <a:ext cx="914400" cy="914400"/>
          </a:xfrm>
          <a:prstGeom prst="rect">
            <a:avLst/>
          </a:prstGeom>
        </p:spPr>
      </p:pic>
      <p:sp>
        <p:nvSpPr>
          <p:cNvPr id="12" name="Content Placeholder 2">
            <a:extLst>
              <a:ext uri="{FF2B5EF4-FFF2-40B4-BE49-F238E27FC236}">
                <a16:creationId xmlns:a16="http://schemas.microsoft.com/office/drawing/2014/main" id="{0D1FCF12-C74F-469E-8534-1B3398376484}"/>
              </a:ext>
            </a:extLst>
          </p:cNvPr>
          <p:cNvSpPr>
            <a:spLocks noGrp="1"/>
          </p:cNvSpPr>
          <p:nvPr>
            <p:ph idx="1" hasCustomPrompt="1"/>
          </p:nvPr>
        </p:nvSpPr>
        <p:spPr>
          <a:xfrm>
            <a:off x="1340269" y="1422400"/>
            <a:ext cx="8760662" cy="4223790"/>
          </a:xfrm>
          <a:prstGeom prst="rect">
            <a:avLst/>
          </a:prstGeom>
          <a:solidFill>
            <a:schemeClr val="bg1"/>
          </a:solidFill>
        </p:spPr>
        <p:txBody>
          <a:bodyPr lIns="0" tIns="0" rIns="0" bIns="0" numCol="1"/>
          <a:lstStyle>
            <a:lvl1pPr marL="0" marR="0" indent="0" algn="l" defTabSz="914400" rtl="0" eaLnBrk="1" fontAlgn="auto" latinLnBrk="0" hangingPunct="1">
              <a:lnSpc>
                <a:spcPct val="110000"/>
              </a:lnSpc>
              <a:spcBef>
                <a:spcPts val="0"/>
              </a:spcBef>
              <a:spcAft>
                <a:spcPts val="600"/>
              </a:spcAft>
              <a:buClr>
                <a:srgbClr val="626254"/>
              </a:buClr>
              <a:buSzPct val="108000"/>
              <a:buFont typeface="Arial" panose="020B0604020202020204" pitchFamily="34" charset="0"/>
              <a:buNone/>
              <a:tabLst/>
              <a:defRPr sz="2200">
                <a:solidFill>
                  <a:srgbClr val="626254"/>
                </a:solidFill>
                <a:latin typeface="Arial" panose="020B0604020202020204" pitchFamily="34" charset="0"/>
                <a:cs typeface="Arial" panose="020B0604020202020204" pitchFamily="34" charset="0"/>
              </a:defRPr>
            </a:lvl1pPr>
            <a:lvl2pPr marL="685800" indent="0">
              <a:lnSpc>
                <a:spcPct val="110000"/>
              </a:lnSpc>
              <a:spcBef>
                <a:spcPts val="600"/>
              </a:spcBef>
              <a:spcAft>
                <a:spcPts val="600"/>
              </a:spcAft>
              <a:buNone/>
              <a:defRPr sz="1800">
                <a:solidFill>
                  <a:srgbClr val="626254"/>
                </a:solidFill>
                <a:latin typeface="Arial" panose="020B0604020202020204" pitchFamily="34" charset="0"/>
                <a:cs typeface="Arial" panose="020B0604020202020204" pitchFamily="34" charset="0"/>
              </a:defRPr>
            </a:lvl2pPr>
            <a:lvl3pPr>
              <a:defRPr>
                <a:solidFill>
                  <a:srgbClr val="626254"/>
                </a:solidFill>
              </a:defRPr>
            </a:lvl3pPr>
            <a:lvl4pPr>
              <a:defRPr>
                <a:solidFill>
                  <a:srgbClr val="626254"/>
                </a:solidFill>
              </a:defRPr>
            </a:lvl4pPr>
            <a:lvl5pPr>
              <a:defRPr>
                <a:solidFill>
                  <a:srgbClr val="626254"/>
                </a:solidFill>
              </a:defRPr>
            </a:lvl5pPr>
          </a:lstStyle>
          <a:p>
            <a:pPr marL="342900" marR="0" lvl="0" indent="-342900" algn="l" defTabSz="914400" rtl="0" eaLnBrk="1" fontAlgn="auto" latinLnBrk="0" hangingPunct="1">
              <a:lnSpc>
                <a:spcPct val="110000"/>
              </a:lnSpc>
              <a:spcBef>
                <a:spcPts val="0"/>
              </a:spcBef>
              <a:spcAft>
                <a:spcPts val="600"/>
              </a:spcAft>
              <a:buClr>
                <a:srgbClr val="626254"/>
              </a:buClr>
              <a:buSzPct val="108000"/>
              <a:buFont typeface="Arial" panose="020B0604020202020204" pitchFamily="34" charset="0"/>
              <a:buChar char="•"/>
              <a:tabLst/>
              <a:defRPr/>
            </a:pPr>
            <a:r>
              <a:rPr lang="de-DE"/>
              <a:t>Textmasterformat bearbeiten</a:t>
            </a:r>
          </a:p>
          <a:p>
            <a:pPr marL="1028700" marR="0" lvl="1" indent="-342900" algn="l" defTabSz="914400" rtl="0" eaLnBrk="1" fontAlgn="auto" latinLnBrk="0" hangingPunct="1">
              <a:lnSpc>
                <a:spcPct val="110000"/>
              </a:lnSpc>
              <a:spcBef>
                <a:spcPts val="0"/>
              </a:spcBef>
              <a:spcAft>
                <a:spcPts val="600"/>
              </a:spcAft>
              <a:buClr>
                <a:srgbClr val="626254"/>
              </a:buClr>
              <a:buSzPct val="108000"/>
              <a:buFont typeface="Arial" panose="020B0604020202020204" pitchFamily="34" charset="0"/>
              <a:buChar char="•"/>
              <a:tabLst/>
              <a:defRPr/>
            </a:pPr>
            <a:endParaRPr lang="de-DE"/>
          </a:p>
        </p:txBody>
      </p:sp>
    </p:spTree>
    <p:extLst>
      <p:ext uri="{BB962C8B-B14F-4D97-AF65-F5344CB8AC3E}">
        <p14:creationId xmlns:p14="http://schemas.microsoft.com/office/powerpoint/2010/main" val="3534054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eading requirements">
    <p:spTree>
      <p:nvGrpSpPr>
        <p:cNvPr id="1" name=""/>
        <p:cNvGrpSpPr/>
        <p:nvPr/>
      </p:nvGrpSpPr>
      <p:grpSpPr>
        <a:xfrm>
          <a:off x="0" y="0"/>
          <a:ext cx="0" cy="0"/>
          <a:chOff x="0" y="0"/>
          <a:chExt cx="0" cy="0"/>
        </a:xfrm>
      </p:grpSpPr>
      <p:sp>
        <p:nvSpPr>
          <p:cNvPr id="11" name="Rechtwinkliges Dreieck 10">
            <a:extLst>
              <a:ext uri="{FF2B5EF4-FFF2-40B4-BE49-F238E27FC236}">
                <a16:creationId xmlns:a16="http://schemas.microsoft.com/office/drawing/2014/main" id="{48F6BD39-0EA6-4292-AF3B-8AAD75F01F31}"/>
              </a:ext>
            </a:extLst>
          </p:cNvPr>
          <p:cNvSpPr/>
          <p:nvPr userDrawn="1"/>
        </p:nvSpPr>
        <p:spPr>
          <a:xfrm rot="5400000" flipV="1">
            <a:off x="8929580" y="-19493"/>
            <a:ext cx="3242930" cy="3281917"/>
          </a:xfrm>
          <a:prstGeom prst="rtTriangl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le 1"/>
          <p:cNvSpPr>
            <a:spLocks noGrp="1"/>
          </p:cNvSpPr>
          <p:nvPr>
            <p:ph type="title" hasCustomPrompt="1"/>
          </p:nvPr>
        </p:nvSpPr>
        <p:spPr>
          <a:xfrm>
            <a:off x="1340269" y="600658"/>
            <a:ext cx="8085904" cy="549271"/>
          </a:xfrm>
          <a:prstGeom prst="rect">
            <a:avLst/>
          </a:prstGeom>
        </p:spPr>
        <p:txBody>
          <a:bodyPr lIns="0" tIns="0" rIns="0" bIns="0">
            <a:normAutofit/>
          </a:bodyPr>
          <a:lstStyle>
            <a:lvl1pPr>
              <a:defRPr sz="2800">
                <a:solidFill>
                  <a:srgbClr val="626254"/>
                </a:solidFill>
                <a:latin typeface="Arial" panose="020B0604020202020204" pitchFamily="34" charset="0"/>
                <a:cs typeface="Arial" panose="020B0604020202020204" pitchFamily="34" charset="0"/>
              </a:defRPr>
            </a:lvl1pPr>
          </a:lstStyle>
          <a:p>
            <a:r>
              <a:rPr lang="de-DE"/>
              <a:t>Reading requirements</a:t>
            </a:r>
            <a:endParaRPr lang="en-US"/>
          </a:p>
        </p:txBody>
      </p:sp>
      <p:sp>
        <p:nvSpPr>
          <p:cNvPr id="9" name="Rechtwinkliges Dreieck 8">
            <a:extLst>
              <a:ext uri="{FF2B5EF4-FFF2-40B4-BE49-F238E27FC236}">
                <a16:creationId xmlns:a16="http://schemas.microsoft.com/office/drawing/2014/main" id="{0654A125-4D54-4873-B333-AA1742C27126}"/>
              </a:ext>
            </a:extLst>
          </p:cNvPr>
          <p:cNvSpPr/>
          <p:nvPr userDrawn="1"/>
        </p:nvSpPr>
        <p:spPr>
          <a:xfrm rot="5400000" flipH="1" flipV="1">
            <a:off x="7589877" y="2255872"/>
            <a:ext cx="6858001" cy="2346253"/>
          </a:xfrm>
          <a:prstGeom prst="rtTriangle">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Bild 8">
            <a:extLst>
              <a:ext uri="{FF2B5EF4-FFF2-40B4-BE49-F238E27FC236}">
                <a16:creationId xmlns:a16="http://schemas.microsoft.com/office/drawing/2014/main" id="{DBFBEF15-F34C-4276-9EFB-978624E3A6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50692" y="183740"/>
            <a:ext cx="2316793" cy="1055299"/>
          </a:xfrm>
          <a:prstGeom prst="rect">
            <a:avLst/>
          </a:prstGeom>
        </p:spPr>
      </p:pic>
      <p:sp>
        <p:nvSpPr>
          <p:cNvPr id="8" name="Content Placeholder 2">
            <a:extLst>
              <a:ext uri="{FF2B5EF4-FFF2-40B4-BE49-F238E27FC236}">
                <a16:creationId xmlns:a16="http://schemas.microsoft.com/office/drawing/2014/main" id="{BBB4647B-2D0E-45B9-A76F-612FC8417F96}"/>
              </a:ext>
            </a:extLst>
          </p:cNvPr>
          <p:cNvSpPr>
            <a:spLocks noGrp="1"/>
          </p:cNvSpPr>
          <p:nvPr>
            <p:ph idx="1"/>
          </p:nvPr>
        </p:nvSpPr>
        <p:spPr>
          <a:xfrm>
            <a:off x="1336431" y="1378990"/>
            <a:ext cx="8089742" cy="4075512"/>
          </a:xfrm>
          <a:prstGeom prst="rect">
            <a:avLst/>
          </a:prstGeom>
        </p:spPr>
        <p:txBody>
          <a:bodyPr lIns="0" tIns="0" rIns="0" bIns="0"/>
          <a:lstStyle>
            <a:lvl1pPr marL="342900" indent="-342900">
              <a:lnSpc>
                <a:spcPct val="120000"/>
              </a:lnSpc>
              <a:spcBef>
                <a:spcPts val="0"/>
              </a:spcBef>
              <a:spcAft>
                <a:spcPts val="600"/>
              </a:spcAft>
              <a:buFont typeface="Arial" panose="020B0604020202020204" pitchFamily="34" charset="0"/>
              <a:buChar char="•"/>
              <a:defRPr sz="2200">
                <a:solidFill>
                  <a:srgbClr val="626254"/>
                </a:solidFill>
                <a:latin typeface="Arial" panose="020B0604020202020204" pitchFamily="34" charset="0"/>
                <a:cs typeface="Arial" panose="020B0604020202020204" pitchFamily="34" charset="0"/>
              </a:defRPr>
            </a:lvl1pPr>
            <a:lvl2pPr>
              <a:defRPr>
                <a:solidFill>
                  <a:srgbClr val="626254"/>
                </a:solidFill>
              </a:defRPr>
            </a:lvl2pPr>
            <a:lvl3pPr>
              <a:defRPr>
                <a:solidFill>
                  <a:srgbClr val="626254"/>
                </a:solidFill>
              </a:defRPr>
            </a:lvl3pPr>
            <a:lvl4pPr>
              <a:defRPr>
                <a:solidFill>
                  <a:srgbClr val="626254"/>
                </a:solidFill>
              </a:defRPr>
            </a:lvl4pPr>
            <a:lvl5pPr>
              <a:defRPr>
                <a:solidFill>
                  <a:srgbClr val="626254"/>
                </a:solidFill>
              </a:defRPr>
            </a:lvl5pPr>
          </a:lstStyle>
          <a:p>
            <a:pPr lvl="0"/>
            <a:r>
              <a:rPr lang="de-DE"/>
              <a:t>Textmasterformat bearbeiten</a:t>
            </a:r>
          </a:p>
        </p:txBody>
      </p:sp>
      <p:pic>
        <p:nvPicPr>
          <p:cNvPr id="13" name="Grafik 12" descr="Bücher Silhouette">
            <a:extLst>
              <a:ext uri="{FF2B5EF4-FFF2-40B4-BE49-F238E27FC236}">
                <a16:creationId xmlns:a16="http://schemas.microsoft.com/office/drawing/2014/main" id="{1B8F5A3F-D18A-4CF8-9CEC-2DFDAA2B589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711166" y="5637089"/>
            <a:ext cx="1116943" cy="1116943"/>
          </a:xfrm>
          <a:prstGeom prst="rect">
            <a:avLst/>
          </a:prstGeom>
        </p:spPr>
      </p:pic>
      <p:pic>
        <p:nvPicPr>
          <p:cNvPr id="14" name="Grafik 13" descr="Ambition Silhouette">
            <a:extLst>
              <a:ext uri="{FF2B5EF4-FFF2-40B4-BE49-F238E27FC236}">
                <a16:creationId xmlns:a16="http://schemas.microsoft.com/office/drawing/2014/main" id="{3E18B769-AC46-495F-B7E8-82E7026BA0B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01350" y="303373"/>
            <a:ext cx="914400" cy="914400"/>
          </a:xfrm>
          <a:prstGeom prst="rect">
            <a:avLst/>
          </a:prstGeom>
        </p:spPr>
      </p:pic>
    </p:spTree>
    <p:extLst>
      <p:ext uri="{BB962C8B-B14F-4D97-AF65-F5344CB8AC3E}">
        <p14:creationId xmlns:p14="http://schemas.microsoft.com/office/powerpoint/2010/main" val="99590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ntroduction V3">
    <p:spTree>
      <p:nvGrpSpPr>
        <p:cNvPr id="1" name=""/>
        <p:cNvGrpSpPr/>
        <p:nvPr/>
      </p:nvGrpSpPr>
      <p:grpSpPr>
        <a:xfrm>
          <a:off x="0" y="0"/>
          <a:ext cx="0" cy="0"/>
          <a:chOff x="0" y="0"/>
          <a:chExt cx="0" cy="0"/>
        </a:xfrm>
      </p:grpSpPr>
      <p:sp>
        <p:nvSpPr>
          <p:cNvPr id="11" name="Rechtwinkliges Dreieck 10">
            <a:extLst>
              <a:ext uri="{FF2B5EF4-FFF2-40B4-BE49-F238E27FC236}">
                <a16:creationId xmlns:a16="http://schemas.microsoft.com/office/drawing/2014/main" id="{48F6BD39-0EA6-4292-AF3B-8AAD75F01F31}"/>
              </a:ext>
            </a:extLst>
          </p:cNvPr>
          <p:cNvSpPr/>
          <p:nvPr userDrawn="1"/>
        </p:nvSpPr>
        <p:spPr>
          <a:xfrm rot="5400000" flipV="1">
            <a:off x="8929580" y="-19493"/>
            <a:ext cx="3242930" cy="3281917"/>
          </a:xfrm>
          <a:prstGeom prst="rtTriangl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le 1"/>
          <p:cNvSpPr>
            <a:spLocks noGrp="1"/>
          </p:cNvSpPr>
          <p:nvPr>
            <p:ph type="title" hasCustomPrompt="1"/>
          </p:nvPr>
        </p:nvSpPr>
        <p:spPr>
          <a:xfrm>
            <a:off x="1340269" y="600658"/>
            <a:ext cx="8085904" cy="549271"/>
          </a:xfrm>
          <a:prstGeom prst="rect">
            <a:avLst/>
          </a:prstGeom>
        </p:spPr>
        <p:txBody>
          <a:bodyPr lIns="0" tIns="0" rIns="0" bIns="0">
            <a:normAutofit/>
          </a:bodyPr>
          <a:lstStyle>
            <a:lvl1pPr>
              <a:defRPr sz="2800">
                <a:solidFill>
                  <a:srgbClr val="626254"/>
                </a:solidFill>
                <a:latin typeface="Arial" panose="020B0604020202020204" pitchFamily="34" charset="0"/>
                <a:cs typeface="Arial" panose="020B0604020202020204" pitchFamily="34" charset="0"/>
              </a:defRPr>
            </a:lvl1pPr>
          </a:lstStyle>
          <a:p>
            <a:r>
              <a:rPr lang="en-GB" noProof="0"/>
              <a:t>Introduction</a:t>
            </a:r>
          </a:p>
        </p:txBody>
      </p:sp>
      <p:sp>
        <p:nvSpPr>
          <p:cNvPr id="9" name="Rechtwinkliges Dreieck 8">
            <a:extLst>
              <a:ext uri="{FF2B5EF4-FFF2-40B4-BE49-F238E27FC236}">
                <a16:creationId xmlns:a16="http://schemas.microsoft.com/office/drawing/2014/main" id="{0654A125-4D54-4873-B333-AA1742C27126}"/>
              </a:ext>
            </a:extLst>
          </p:cNvPr>
          <p:cNvSpPr/>
          <p:nvPr userDrawn="1"/>
        </p:nvSpPr>
        <p:spPr>
          <a:xfrm rot="5400000" flipH="1" flipV="1">
            <a:off x="7589877" y="2255872"/>
            <a:ext cx="6858001" cy="2346253"/>
          </a:xfrm>
          <a:prstGeom prst="rtTriangle">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Bild 8">
            <a:extLst>
              <a:ext uri="{FF2B5EF4-FFF2-40B4-BE49-F238E27FC236}">
                <a16:creationId xmlns:a16="http://schemas.microsoft.com/office/drawing/2014/main" id="{DBFBEF15-F34C-4276-9EFB-978624E3A6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50692" y="183740"/>
            <a:ext cx="2316793" cy="1055299"/>
          </a:xfrm>
          <a:prstGeom prst="rect">
            <a:avLst/>
          </a:prstGeom>
        </p:spPr>
      </p:pic>
      <p:sp>
        <p:nvSpPr>
          <p:cNvPr id="7" name="Content Placeholder 2">
            <a:extLst>
              <a:ext uri="{FF2B5EF4-FFF2-40B4-BE49-F238E27FC236}">
                <a16:creationId xmlns:a16="http://schemas.microsoft.com/office/drawing/2014/main" id="{0D39E62F-2666-4721-86ED-89D6A3B81487}"/>
              </a:ext>
            </a:extLst>
          </p:cNvPr>
          <p:cNvSpPr>
            <a:spLocks noGrp="1"/>
          </p:cNvSpPr>
          <p:nvPr>
            <p:ph idx="1"/>
          </p:nvPr>
        </p:nvSpPr>
        <p:spPr>
          <a:xfrm>
            <a:off x="1340269" y="1422400"/>
            <a:ext cx="8760662" cy="4223790"/>
          </a:xfrm>
          <a:prstGeom prst="rect">
            <a:avLst/>
          </a:prstGeom>
          <a:solidFill>
            <a:schemeClr val="bg1"/>
          </a:solidFill>
        </p:spPr>
        <p:txBody>
          <a:bodyPr lIns="0" tIns="0" rIns="0" bIns="0" numCol="1"/>
          <a:lstStyle>
            <a:lvl1pPr marL="0" indent="0">
              <a:lnSpc>
                <a:spcPct val="120000"/>
              </a:lnSpc>
              <a:spcBef>
                <a:spcPts val="0"/>
              </a:spcBef>
              <a:spcAft>
                <a:spcPts val="600"/>
              </a:spcAft>
              <a:buClr>
                <a:srgbClr val="626254"/>
              </a:buClr>
              <a:buSzPct val="108000"/>
              <a:buFont typeface="Arial" charset="0"/>
              <a:buNone/>
              <a:defRPr sz="2200">
                <a:solidFill>
                  <a:srgbClr val="626254"/>
                </a:solidFill>
                <a:latin typeface="Arial" panose="020B0604020202020204" pitchFamily="34" charset="0"/>
                <a:cs typeface="Arial" panose="020B0604020202020204" pitchFamily="34" charset="0"/>
              </a:defRPr>
            </a:lvl1pPr>
            <a:lvl2pPr>
              <a:lnSpc>
                <a:spcPct val="110000"/>
              </a:lnSpc>
              <a:spcBef>
                <a:spcPts val="600"/>
              </a:spcBef>
              <a:spcAft>
                <a:spcPts val="600"/>
              </a:spcAft>
              <a:defRPr sz="1800">
                <a:solidFill>
                  <a:srgbClr val="626254"/>
                </a:solidFill>
                <a:latin typeface="Arial" panose="020B0604020202020204" pitchFamily="34" charset="0"/>
                <a:cs typeface="Arial" panose="020B0604020202020204" pitchFamily="34" charset="0"/>
              </a:defRPr>
            </a:lvl2pPr>
            <a:lvl3pPr>
              <a:defRPr>
                <a:solidFill>
                  <a:srgbClr val="626254"/>
                </a:solidFill>
              </a:defRPr>
            </a:lvl3pPr>
            <a:lvl4pPr>
              <a:defRPr>
                <a:solidFill>
                  <a:srgbClr val="626254"/>
                </a:solidFill>
              </a:defRPr>
            </a:lvl4pPr>
            <a:lvl5pPr>
              <a:defRPr>
                <a:solidFill>
                  <a:srgbClr val="626254"/>
                </a:solidFill>
              </a:defRPr>
            </a:lvl5pPr>
          </a:lstStyle>
          <a:p>
            <a:pPr lvl="0"/>
            <a:endParaRPr lang="de-DE"/>
          </a:p>
        </p:txBody>
      </p:sp>
      <p:pic>
        <p:nvPicPr>
          <p:cNvPr id="8" name="Grafik 7" descr="Klemmbrett Silhouette">
            <a:extLst>
              <a:ext uri="{FF2B5EF4-FFF2-40B4-BE49-F238E27FC236}">
                <a16:creationId xmlns:a16="http://schemas.microsoft.com/office/drawing/2014/main" id="{DD0CB3BE-FE26-488A-9B6C-072523F594DD}"/>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587996" y="5428016"/>
            <a:ext cx="1116943" cy="1116943"/>
          </a:xfrm>
          <a:prstGeom prst="rect">
            <a:avLst/>
          </a:prstGeom>
        </p:spPr>
      </p:pic>
    </p:spTree>
    <p:extLst>
      <p:ext uri="{BB962C8B-B14F-4D97-AF65-F5344CB8AC3E}">
        <p14:creationId xmlns:p14="http://schemas.microsoft.com/office/powerpoint/2010/main" val="2887526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pening Case">
    <p:spTree>
      <p:nvGrpSpPr>
        <p:cNvPr id="1" name=""/>
        <p:cNvGrpSpPr/>
        <p:nvPr/>
      </p:nvGrpSpPr>
      <p:grpSpPr>
        <a:xfrm>
          <a:off x="0" y="0"/>
          <a:ext cx="0" cy="0"/>
          <a:chOff x="0" y="0"/>
          <a:chExt cx="0" cy="0"/>
        </a:xfrm>
      </p:grpSpPr>
      <p:sp>
        <p:nvSpPr>
          <p:cNvPr id="11" name="Rechtwinkliges Dreieck 10">
            <a:extLst>
              <a:ext uri="{FF2B5EF4-FFF2-40B4-BE49-F238E27FC236}">
                <a16:creationId xmlns:a16="http://schemas.microsoft.com/office/drawing/2014/main" id="{48F6BD39-0EA6-4292-AF3B-8AAD75F01F31}"/>
              </a:ext>
            </a:extLst>
          </p:cNvPr>
          <p:cNvSpPr/>
          <p:nvPr userDrawn="1"/>
        </p:nvSpPr>
        <p:spPr>
          <a:xfrm rot="5400000" flipV="1">
            <a:off x="8929580" y="-19493"/>
            <a:ext cx="3242930" cy="3281917"/>
          </a:xfrm>
          <a:prstGeom prst="rtTriangl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le 1"/>
          <p:cNvSpPr>
            <a:spLocks noGrp="1"/>
          </p:cNvSpPr>
          <p:nvPr>
            <p:ph type="title" hasCustomPrompt="1"/>
          </p:nvPr>
        </p:nvSpPr>
        <p:spPr>
          <a:xfrm>
            <a:off x="1340269" y="600658"/>
            <a:ext cx="8085904" cy="549271"/>
          </a:xfrm>
          <a:prstGeom prst="rect">
            <a:avLst/>
          </a:prstGeom>
        </p:spPr>
        <p:txBody>
          <a:bodyPr lIns="0" tIns="0" rIns="0" bIns="0">
            <a:normAutofit/>
          </a:bodyPr>
          <a:lstStyle>
            <a:lvl1pPr>
              <a:defRPr sz="2800">
                <a:solidFill>
                  <a:srgbClr val="626254"/>
                </a:solidFill>
                <a:latin typeface="Arial" panose="020B0604020202020204" pitchFamily="34" charset="0"/>
                <a:cs typeface="Arial" panose="020B0604020202020204" pitchFamily="34" charset="0"/>
              </a:defRPr>
            </a:lvl1pPr>
          </a:lstStyle>
          <a:p>
            <a:r>
              <a:rPr lang="de-DE"/>
              <a:t>Opening Case</a:t>
            </a:r>
            <a:endParaRPr lang="en-US"/>
          </a:p>
        </p:txBody>
      </p:sp>
      <p:sp>
        <p:nvSpPr>
          <p:cNvPr id="6" name="Content Placeholder 2">
            <a:extLst>
              <a:ext uri="{FF2B5EF4-FFF2-40B4-BE49-F238E27FC236}">
                <a16:creationId xmlns:a16="http://schemas.microsoft.com/office/drawing/2014/main" id="{248F8264-0B3E-4ECC-8DF7-4D40B73F7BB8}"/>
              </a:ext>
            </a:extLst>
          </p:cNvPr>
          <p:cNvSpPr>
            <a:spLocks noGrp="1"/>
          </p:cNvSpPr>
          <p:nvPr>
            <p:ph idx="1"/>
          </p:nvPr>
        </p:nvSpPr>
        <p:spPr>
          <a:xfrm>
            <a:off x="1336431" y="1378990"/>
            <a:ext cx="8753142" cy="4267200"/>
          </a:xfrm>
          <a:prstGeom prst="rect">
            <a:avLst/>
          </a:prstGeom>
          <a:solidFill>
            <a:schemeClr val="bg1"/>
          </a:solidFill>
        </p:spPr>
        <p:txBody>
          <a:bodyPr lIns="0" tIns="0" rIns="0" bIns="0"/>
          <a:lstStyle>
            <a:lvl1pPr marL="0" indent="0">
              <a:lnSpc>
                <a:spcPct val="120000"/>
              </a:lnSpc>
              <a:spcBef>
                <a:spcPts val="0"/>
              </a:spcBef>
              <a:spcAft>
                <a:spcPts val="600"/>
              </a:spcAft>
              <a:buNone/>
              <a:defRPr sz="1800">
                <a:solidFill>
                  <a:srgbClr val="626254"/>
                </a:solidFill>
                <a:latin typeface="Arial" panose="020B0604020202020204" pitchFamily="34" charset="0"/>
                <a:cs typeface="Arial" panose="020B0604020202020204" pitchFamily="34" charset="0"/>
              </a:defRPr>
            </a:lvl1pPr>
            <a:lvl2pPr>
              <a:defRPr>
                <a:solidFill>
                  <a:srgbClr val="626254"/>
                </a:solidFill>
              </a:defRPr>
            </a:lvl2pPr>
            <a:lvl3pPr>
              <a:defRPr>
                <a:solidFill>
                  <a:srgbClr val="626254"/>
                </a:solidFill>
              </a:defRPr>
            </a:lvl3pPr>
            <a:lvl4pPr>
              <a:defRPr>
                <a:solidFill>
                  <a:srgbClr val="626254"/>
                </a:solidFill>
              </a:defRPr>
            </a:lvl4pPr>
            <a:lvl5pPr>
              <a:defRPr>
                <a:solidFill>
                  <a:srgbClr val="626254"/>
                </a:solidFill>
              </a:defRPr>
            </a:lvl5pPr>
          </a:lstStyle>
          <a:p>
            <a:pPr lvl="0"/>
            <a:r>
              <a:rPr lang="de-DE"/>
              <a:t>Textmasterformat bearbeiten</a:t>
            </a:r>
          </a:p>
        </p:txBody>
      </p:sp>
      <p:sp>
        <p:nvSpPr>
          <p:cNvPr id="9" name="Rechtwinkliges Dreieck 8">
            <a:extLst>
              <a:ext uri="{FF2B5EF4-FFF2-40B4-BE49-F238E27FC236}">
                <a16:creationId xmlns:a16="http://schemas.microsoft.com/office/drawing/2014/main" id="{0654A125-4D54-4873-B333-AA1742C27126}"/>
              </a:ext>
            </a:extLst>
          </p:cNvPr>
          <p:cNvSpPr/>
          <p:nvPr userDrawn="1"/>
        </p:nvSpPr>
        <p:spPr>
          <a:xfrm rot="5400000" flipH="1" flipV="1">
            <a:off x="7589877" y="2255872"/>
            <a:ext cx="6858001" cy="2346253"/>
          </a:xfrm>
          <a:prstGeom prst="rtTriangle">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Bild 8">
            <a:extLst>
              <a:ext uri="{FF2B5EF4-FFF2-40B4-BE49-F238E27FC236}">
                <a16:creationId xmlns:a16="http://schemas.microsoft.com/office/drawing/2014/main" id="{DBFBEF15-F34C-4276-9EFB-978624E3A6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50692" y="183740"/>
            <a:ext cx="2316793" cy="1055299"/>
          </a:xfrm>
          <a:prstGeom prst="rect">
            <a:avLst/>
          </a:prstGeom>
        </p:spPr>
      </p:pic>
      <p:grpSp>
        <p:nvGrpSpPr>
          <p:cNvPr id="12" name="Gruppieren 11">
            <a:extLst>
              <a:ext uri="{FF2B5EF4-FFF2-40B4-BE49-F238E27FC236}">
                <a16:creationId xmlns:a16="http://schemas.microsoft.com/office/drawing/2014/main" id="{7B9489A3-3EE6-497E-9FB9-E78A18361BF8}"/>
              </a:ext>
            </a:extLst>
          </p:cNvPr>
          <p:cNvGrpSpPr/>
          <p:nvPr userDrawn="1"/>
        </p:nvGrpSpPr>
        <p:grpSpPr>
          <a:xfrm>
            <a:off x="10809088" y="5733308"/>
            <a:ext cx="866635" cy="662176"/>
            <a:chOff x="1570478" y="2766824"/>
            <a:chExt cx="2166948" cy="1556166"/>
          </a:xfrm>
        </p:grpSpPr>
        <p:sp>
          <p:nvSpPr>
            <p:cNvPr id="13" name="Inhaltsplatzhalter 4" descr="Geöffneter Ordner Silhouette">
              <a:extLst>
                <a:ext uri="{FF2B5EF4-FFF2-40B4-BE49-F238E27FC236}">
                  <a16:creationId xmlns:a16="http://schemas.microsoft.com/office/drawing/2014/main" id="{A03CA635-362D-4EFC-8311-3893195C25AA}"/>
                </a:ext>
              </a:extLst>
            </p:cNvPr>
            <p:cNvSpPr/>
            <p:nvPr/>
          </p:nvSpPr>
          <p:spPr>
            <a:xfrm>
              <a:off x="1570478" y="2766824"/>
              <a:ext cx="2166948" cy="1556166"/>
            </a:xfrm>
            <a:custGeom>
              <a:avLst/>
              <a:gdLst>
                <a:gd name="connsiteX0" fmla="*/ 53812 w 2166948"/>
                <a:gd name="connsiteY0" fmla="*/ 1555417 h 1556166"/>
                <a:gd name="connsiteX1" fmla="*/ 56813 w 2166948"/>
                <a:gd name="connsiteY1" fmla="*/ 1556167 h 1556166"/>
                <a:gd name="connsiteX2" fmla="*/ 1778000 w 2166948"/>
                <a:gd name="connsiteY2" fmla="*/ 1556167 h 1556166"/>
                <a:gd name="connsiteX3" fmla="*/ 2155825 w 2166948"/>
                <a:gd name="connsiteY3" fmla="*/ 744732 h 1556166"/>
                <a:gd name="connsiteX4" fmla="*/ 2102724 w 2166948"/>
                <a:gd name="connsiteY4" fmla="*/ 593944 h 1556166"/>
                <a:gd name="connsiteX5" fmla="*/ 2066925 w 2166948"/>
                <a:gd name="connsiteY5" fmla="*/ 583601 h 1556166"/>
                <a:gd name="connsiteX6" fmla="*/ 1944688 w 2166948"/>
                <a:gd name="connsiteY6" fmla="*/ 583601 h 1556166"/>
                <a:gd name="connsiteX7" fmla="*/ 1944688 w 2166948"/>
                <a:gd name="connsiteY7" fmla="*/ 333569 h 1556166"/>
                <a:gd name="connsiteX8" fmla="*/ 1833563 w 2166948"/>
                <a:gd name="connsiteY8" fmla="*/ 222444 h 1556166"/>
                <a:gd name="connsiteX9" fmla="*/ 1007904 w 2166948"/>
                <a:gd name="connsiteY9" fmla="*/ 222444 h 1556166"/>
                <a:gd name="connsiteX10" fmla="*/ 993735 w 2166948"/>
                <a:gd name="connsiteY10" fmla="*/ 218166 h 1556166"/>
                <a:gd name="connsiteX11" fmla="*/ 694531 w 2166948"/>
                <a:gd name="connsiteY11" fmla="*/ 19447 h 1556166"/>
                <a:gd name="connsiteX12" fmla="*/ 633413 w 2166948"/>
                <a:gd name="connsiteY12" fmla="*/ 0 h 1556166"/>
                <a:gd name="connsiteX13" fmla="*/ 111125 w 2166948"/>
                <a:gd name="connsiteY13" fmla="*/ 0 h 1556166"/>
                <a:gd name="connsiteX14" fmla="*/ 0 w 2166948"/>
                <a:gd name="connsiteY14" fmla="*/ 111125 h 1556166"/>
                <a:gd name="connsiteX15" fmla="*/ 0 w 2166948"/>
                <a:gd name="connsiteY15" fmla="*/ 1500021 h 1556166"/>
                <a:gd name="connsiteX16" fmla="*/ 53812 w 2166948"/>
                <a:gd name="connsiteY16" fmla="*/ 1555417 h 1556166"/>
                <a:gd name="connsiteX17" fmla="*/ 2063952 w 2166948"/>
                <a:gd name="connsiteY17" fmla="*/ 639108 h 1556166"/>
                <a:gd name="connsiteX18" fmla="*/ 2110611 w 2166948"/>
                <a:gd name="connsiteY18" fmla="*/ 705910 h 1556166"/>
                <a:gd name="connsiteX19" fmla="*/ 2106236 w 2166948"/>
                <a:gd name="connsiteY19" fmla="*/ 719896 h 1556166"/>
                <a:gd name="connsiteX20" fmla="*/ 2105874 w 2166948"/>
                <a:gd name="connsiteY20" fmla="*/ 720590 h 1556166"/>
                <a:gd name="connsiteX21" fmla="*/ 2105569 w 2166948"/>
                <a:gd name="connsiteY21" fmla="*/ 721285 h 1556166"/>
                <a:gd name="connsiteX22" fmla="*/ 1742746 w 2166948"/>
                <a:gd name="connsiteY22" fmla="*/ 1500438 h 1556166"/>
                <a:gd name="connsiteX23" fmla="*/ 1742496 w 2166948"/>
                <a:gd name="connsiteY23" fmla="*/ 1500604 h 1556166"/>
                <a:gd name="connsiteX24" fmla="*/ 113903 w 2166948"/>
                <a:gd name="connsiteY24" fmla="*/ 1500604 h 1556166"/>
                <a:gd name="connsiteX25" fmla="*/ 113631 w 2166948"/>
                <a:gd name="connsiteY25" fmla="*/ 1500321 h 1556166"/>
                <a:gd name="connsiteX26" fmla="*/ 113653 w 2166948"/>
                <a:gd name="connsiteY26" fmla="*/ 1500215 h 1556166"/>
                <a:gd name="connsiteX27" fmla="*/ 456446 w 2166948"/>
                <a:gd name="connsiteY27" fmla="*/ 667111 h 1556166"/>
                <a:gd name="connsiteX28" fmla="*/ 500063 w 2166948"/>
                <a:gd name="connsiteY28" fmla="*/ 639108 h 1556166"/>
                <a:gd name="connsiteX29" fmla="*/ 55563 w 2166948"/>
                <a:gd name="connsiteY29" fmla="*/ 111125 h 1556166"/>
                <a:gd name="connsiteX30" fmla="*/ 111125 w 2166948"/>
                <a:gd name="connsiteY30" fmla="*/ 55563 h 1556166"/>
                <a:gd name="connsiteX31" fmla="*/ 633413 w 2166948"/>
                <a:gd name="connsiteY31" fmla="*/ 55563 h 1556166"/>
                <a:gd name="connsiteX32" fmla="*/ 665444 w 2166948"/>
                <a:gd name="connsiteY32" fmla="*/ 66814 h 1556166"/>
                <a:gd name="connsiteX33" fmla="*/ 962981 w 2166948"/>
                <a:gd name="connsiteY33" fmla="*/ 264311 h 1556166"/>
                <a:gd name="connsiteX34" fmla="*/ 1007904 w 2166948"/>
                <a:gd name="connsiteY34" fmla="*/ 277868 h 1556166"/>
                <a:gd name="connsiteX35" fmla="*/ 1833563 w 2166948"/>
                <a:gd name="connsiteY35" fmla="*/ 277868 h 1556166"/>
                <a:gd name="connsiteX36" fmla="*/ 1889125 w 2166948"/>
                <a:gd name="connsiteY36" fmla="*/ 333431 h 1556166"/>
                <a:gd name="connsiteX37" fmla="*/ 1889125 w 2166948"/>
                <a:gd name="connsiteY37" fmla="*/ 583240 h 1556166"/>
                <a:gd name="connsiteX38" fmla="*/ 527844 w 2166948"/>
                <a:gd name="connsiteY38" fmla="*/ 583240 h 1556166"/>
                <a:gd name="connsiteX39" fmla="*/ 523510 w 2166948"/>
                <a:gd name="connsiteY39" fmla="*/ 583545 h 1556166"/>
                <a:gd name="connsiteX40" fmla="*/ 500063 w 2166948"/>
                <a:gd name="connsiteY40" fmla="*/ 583545 h 1556166"/>
                <a:gd name="connsiteX41" fmla="*/ 405606 w 2166948"/>
                <a:gd name="connsiteY41" fmla="*/ 644664 h 1556166"/>
                <a:gd name="connsiteX42" fmla="*/ 56090 w 2166948"/>
                <a:gd name="connsiteY42" fmla="*/ 1494048 h 1556166"/>
                <a:gd name="connsiteX43" fmla="*/ 55740 w 2166948"/>
                <a:gd name="connsiteY43" fmla="*/ 1494226 h 1556166"/>
                <a:gd name="connsiteX44" fmla="*/ 55563 w 2166948"/>
                <a:gd name="connsiteY44" fmla="*/ 1494048 h 1556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166948" h="1556166">
                  <a:moveTo>
                    <a:pt x="53812" y="1555417"/>
                  </a:moveTo>
                  <a:cubicBezTo>
                    <a:pt x="54787" y="1555756"/>
                    <a:pt x="55793" y="1556006"/>
                    <a:pt x="56813" y="1556167"/>
                  </a:cubicBezTo>
                  <a:lnTo>
                    <a:pt x="1778000" y="1556167"/>
                  </a:lnTo>
                  <a:lnTo>
                    <a:pt x="2155825" y="744732"/>
                  </a:lnTo>
                  <a:cubicBezTo>
                    <a:pt x="2182801" y="688430"/>
                    <a:pt x="2159028" y="620919"/>
                    <a:pt x="2102724" y="593944"/>
                  </a:cubicBezTo>
                  <a:cubicBezTo>
                    <a:pt x="2091445" y="588540"/>
                    <a:pt x="2079349" y="585043"/>
                    <a:pt x="2066925" y="583601"/>
                  </a:cubicBezTo>
                  <a:lnTo>
                    <a:pt x="1944688" y="583601"/>
                  </a:lnTo>
                  <a:lnTo>
                    <a:pt x="1944688" y="333569"/>
                  </a:lnTo>
                  <a:cubicBezTo>
                    <a:pt x="1944504" y="272273"/>
                    <a:pt x="1894859" y="222628"/>
                    <a:pt x="1833563" y="222444"/>
                  </a:cubicBezTo>
                  <a:lnTo>
                    <a:pt x="1007904" y="222444"/>
                  </a:lnTo>
                  <a:cubicBezTo>
                    <a:pt x="1002864" y="222436"/>
                    <a:pt x="997936" y="220950"/>
                    <a:pt x="993735" y="218166"/>
                  </a:cubicBezTo>
                  <a:lnTo>
                    <a:pt x="694531" y="19447"/>
                  </a:lnTo>
                  <a:cubicBezTo>
                    <a:pt x="676257" y="7632"/>
                    <a:pt x="655154" y="920"/>
                    <a:pt x="633413" y="0"/>
                  </a:cubicBezTo>
                  <a:lnTo>
                    <a:pt x="111125" y="0"/>
                  </a:lnTo>
                  <a:cubicBezTo>
                    <a:pt x="49828" y="183"/>
                    <a:pt x="183" y="49828"/>
                    <a:pt x="0" y="111125"/>
                  </a:cubicBezTo>
                  <a:lnTo>
                    <a:pt x="0" y="1500021"/>
                  </a:lnTo>
                  <a:cubicBezTo>
                    <a:pt x="75" y="1529972"/>
                    <a:pt x="23876" y="1554472"/>
                    <a:pt x="53812" y="1555417"/>
                  </a:cubicBezTo>
                  <a:close/>
                  <a:moveTo>
                    <a:pt x="2063952" y="639108"/>
                  </a:moveTo>
                  <a:cubicBezTo>
                    <a:pt x="2095284" y="644669"/>
                    <a:pt x="2116173" y="674579"/>
                    <a:pt x="2110611" y="705910"/>
                  </a:cubicBezTo>
                  <a:cubicBezTo>
                    <a:pt x="2109753" y="710739"/>
                    <a:pt x="2108283" y="715439"/>
                    <a:pt x="2106236" y="719896"/>
                  </a:cubicBezTo>
                  <a:lnTo>
                    <a:pt x="2105874" y="720590"/>
                  </a:lnTo>
                  <a:lnTo>
                    <a:pt x="2105569" y="721285"/>
                  </a:lnTo>
                  <a:lnTo>
                    <a:pt x="1742746" y="1500438"/>
                  </a:lnTo>
                  <a:lnTo>
                    <a:pt x="1742496" y="1500604"/>
                  </a:lnTo>
                  <a:lnTo>
                    <a:pt x="113903" y="1500604"/>
                  </a:lnTo>
                  <a:cubicBezTo>
                    <a:pt x="113750" y="1500601"/>
                    <a:pt x="113628" y="1500477"/>
                    <a:pt x="113631" y="1500321"/>
                  </a:cubicBezTo>
                  <a:cubicBezTo>
                    <a:pt x="113631" y="1500285"/>
                    <a:pt x="113639" y="1500249"/>
                    <a:pt x="113653" y="1500215"/>
                  </a:cubicBezTo>
                  <a:lnTo>
                    <a:pt x="456446" y="667111"/>
                  </a:lnTo>
                  <a:cubicBezTo>
                    <a:pt x="464455" y="650223"/>
                    <a:pt x="481374" y="639360"/>
                    <a:pt x="500063" y="639108"/>
                  </a:cubicBezTo>
                  <a:close/>
                  <a:moveTo>
                    <a:pt x="55563" y="111125"/>
                  </a:moveTo>
                  <a:cubicBezTo>
                    <a:pt x="55563" y="80438"/>
                    <a:pt x="80438" y="55563"/>
                    <a:pt x="111125" y="55563"/>
                  </a:cubicBezTo>
                  <a:lnTo>
                    <a:pt x="633413" y="55563"/>
                  </a:lnTo>
                  <a:cubicBezTo>
                    <a:pt x="644875" y="56515"/>
                    <a:pt x="655904" y="60388"/>
                    <a:pt x="665444" y="66814"/>
                  </a:cubicBezTo>
                  <a:lnTo>
                    <a:pt x="962981" y="264311"/>
                  </a:lnTo>
                  <a:cubicBezTo>
                    <a:pt x="976297" y="273148"/>
                    <a:pt x="991921" y="277865"/>
                    <a:pt x="1007904" y="277868"/>
                  </a:cubicBezTo>
                  <a:lnTo>
                    <a:pt x="1833563" y="277868"/>
                  </a:lnTo>
                  <a:cubicBezTo>
                    <a:pt x="1864250" y="277868"/>
                    <a:pt x="1889125" y="302743"/>
                    <a:pt x="1889125" y="333431"/>
                  </a:cubicBezTo>
                  <a:lnTo>
                    <a:pt x="1889125" y="583240"/>
                  </a:lnTo>
                  <a:lnTo>
                    <a:pt x="527844" y="583240"/>
                  </a:lnTo>
                  <a:cubicBezTo>
                    <a:pt x="526371" y="583240"/>
                    <a:pt x="525066" y="583490"/>
                    <a:pt x="523510" y="583545"/>
                  </a:cubicBezTo>
                  <a:lnTo>
                    <a:pt x="500063" y="583545"/>
                  </a:lnTo>
                  <a:cubicBezTo>
                    <a:pt x="459349" y="583745"/>
                    <a:pt x="422472" y="607609"/>
                    <a:pt x="405606" y="644664"/>
                  </a:cubicBezTo>
                  <a:lnTo>
                    <a:pt x="56090" y="1494048"/>
                  </a:lnTo>
                  <a:cubicBezTo>
                    <a:pt x="56043" y="1494195"/>
                    <a:pt x="55885" y="1494273"/>
                    <a:pt x="55740" y="1494226"/>
                  </a:cubicBezTo>
                  <a:cubicBezTo>
                    <a:pt x="55657" y="1494198"/>
                    <a:pt x="55590" y="1494131"/>
                    <a:pt x="55563" y="1494048"/>
                  </a:cubicBezTo>
                  <a:close/>
                </a:path>
              </a:pathLst>
            </a:custGeom>
            <a:solidFill>
              <a:srgbClr val="000000"/>
            </a:solidFill>
            <a:ln w="27781" cap="flat">
              <a:noFill/>
              <a:prstDash val="solid"/>
              <a:miter/>
            </a:ln>
          </p:spPr>
          <p:txBody>
            <a:bodyPr rtlCol="0" anchor="ctr"/>
            <a:lstStyle/>
            <a:p>
              <a:endParaRPr lang="de-DE"/>
            </a:p>
          </p:txBody>
        </p:sp>
        <p:pic>
          <p:nvPicPr>
            <p:cNvPr id="14" name="Grafik 13" descr="Wiederholen Silhouette">
              <a:extLst>
                <a:ext uri="{FF2B5EF4-FFF2-40B4-BE49-F238E27FC236}">
                  <a16:creationId xmlns:a16="http://schemas.microsoft.com/office/drawing/2014/main" id="{DA7A4EE3-A0EA-4B41-ABA1-1C44D50C4D1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96752" y="3392488"/>
              <a:ext cx="914400" cy="914400"/>
            </a:xfrm>
            <a:prstGeom prst="rect">
              <a:avLst/>
            </a:prstGeom>
          </p:spPr>
        </p:pic>
      </p:grpSp>
    </p:spTree>
    <p:extLst>
      <p:ext uri="{BB962C8B-B14F-4D97-AF65-F5344CB8AC3E}">
        <p14:creationId xmlns:p14="http://schemas.microsoft.com/office/powerpoint/2010/main" val="3718913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pening Case long">
    <p:spTree>
      <p:nvGrpSpPr>
        <p:cNvPr id="1" name=""/>
        <p:cNvGrpSpPr/>
        <p:nvPr/>
      </p:nvGrpSpPr>
      <p:grpSpPr>
        <a:xfrm>
          <a:off x="0" y="0"/>
          <a:ext cx="0" cy="0"/>
          <a:chOff x="0" y="0"/>
          <a:chExt cx="0" cy="0"/>
        </a:xfrm>
      </p:grpSpPr>
      <p:sp>
        <p:nvSpPr>
          <p:cNvPr id="11" name="Rechtwinkliges Dreieck 10">
            <a:extLst>
              <a:ext uri="{FF2B5EF4-FFF2-40B4-BE49-F238E27FC236}">
                <a16:creationId xmlns:a16="http://schemas.microsoft.com/office/drawing/2014/main" id="{48F6BD39-0EA6-4292-AF3B-8AAD75F01F31}"/>
              </a:ext>
            </a:extLst>
          </p:cNvPr>
          <p:cNvSpPr/>
          <p:nvPr userDrawn="1"/>
        </p:nvSpPr>
        <p:spPr>
          <a:xfrm rot="5400000" flipV="1">
            <a:off x="8929580" y="-19493"/>
            <a:ext cx="3242930" cy="3281917"/>
          </a:xfrm>
          <a:prstGeom prst="rtTriangl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le 1"/>
          <p:cNvSpPr>
            <a:spLocks noGrp="1"/>
          </p:cNvSpPr>
          <p:nvPr>
            <p:ph type="title" hasCustomPrompt="1"/>
          </p:nvPr>
        </p:nvSpPr>
        <p:spPr>
          <a:xfrm>
            <a:off x="453879" y="403660"/>
            <a:ext cx="8085904" cy="549271"/>
          </a:xfrm>
          <a:prstGeom prst="rect">
            <a:avLst/>
          </a:prstGeom>
        </p:spPr>
        <p:txBody>
          <a:bodyPr lIns="0" tIns="0" rIns="0" bIns="0">
            <a:normAutofit/>
          </a:bodyPr>
          <a:lstStyle>
            <a:lvl1pPr>
              <a:defRPr sz="2800">
                <a:solidFill>
                  <a:srgbClr val="626254"/>
                </a:solidFill>
                <a:latin typeface="Arial" panose="020B0604020202020204" pitchFamily="34" charset="0"/>
                <a:cs typeface="Arial" panose="020B0604020202020204" pitchFamily="34" charset="0"/>
              </a:defRPr>
            </a:lvl1pPr>
          </a:lstStyle>
          <a:p>
            <a:r>
              <a:rPr lang="de-DE"/>
              <a:t>Opening Case</a:t>
            </a:r>
            <a:endParaRPr lang="en-US"/>
          </a:p>
        </p:txBody>
      </p:sp>
      <p:sp>
        <p:nvSpPr>
          <p:cNvPr id="6" name="Content Placeholder 2">
            <a:extLst>
              <a:ext uri="{FF2B5EF4-FFF2-40B4-BE49-F238E27FC236}">
                <a16:creationId xmlns:a16="http://schemas.microsoft.com/office/drawing/2014/main" id="{248F8264-0B3E-4ECC-8DF7-4D40B73F7BB8}"/>
              </a:ext>
            </a:extLst>
          </p:cNvPr>
          <p:cNvSpPr>
            <a:spLocks noGrp="1"/>
          </p:cNvSpPr>
          <p:nvPr>
            <p:ph idx="1" hasCustomPrompt="1"/>
          </p:nvPr>
        </p:nvSpPr>
        <p:spPr>
          <a:xfrm>
            <a:off x="453878" y="1127342"/>
            <a:ext cx="10104741" cy="5730658"/>
          </a:xfrm>
          <a:prstGeom prst="rect">
            <a:avLst/>
          </a:prstGeom>
          <a:solidFill>
            <a:schemeClr val="bg1"/>
          </a:solidFill>
        </p:spPr>
        <p:txBody>
          <a:bodyPr lIns="0" tIns="0" rIns="180000" bIns="180000" numCol="2" spcCol="360000"/>
          <a:lstStyle>
            <a:lvl1pPr marL="0" indent="0">
              <a:lnSpc>
                <a:spcPct val="120000"/>
              </a:lnSpc>
              <a:spcBef>
                <a:spcPts val="0"/>
              </a:spcBef>
              <a:spcAft>
                <a:spcPts val="600"/>
              </a:spcAft>
              <a:buNone/>
              <a:defRPr sz="1800">
                <a:solidFill>
                  <a:srgbClr val="626254"/>
                </a:solidFill>
                <a:latin typeface="Arial" panose="020B0604020202020204" pitchFamily="34" charset="0"/>
                <a:cs typeface="Arial" panose="020B0604020202020204" pitchFamily="34" charset="0"/>
              </a:defRPr>
            </a:lvl1pPr>
            <a:lvl2pPr>
              <a:defRPr>
                <a:solidFill>
                  <a:srgbClr val="626254"/>
                </a:solidFill>
              </a:defRPr>
            </a:lvl2pPr>
            <a:lvl3pPr>
              <a:defRPr>
                <a:solidFill>
                  <a:srgbClr val="626254"/>
                </a:solidFill>
              </a:defRPr>
            </a:lvl3pPr>
            <a:lvl4pPr>
              <a:defRPr>
                <a:solidFill>
                  <a:srgbClr val="626254"/>
                </a:solidFill>
              </a:defRPr>
            </a:lvl4pPr>
            <a:lvl5pPr>
              <a:defRPr>
                <a:solidFill>
                  <a:srgbClr val="626254"/>
                </a:solidFill>
              </a:defRPr>
            </a:lvl5pPr>
          </a:lstStyle>
          <a:p>
            <a:pPr lvl="0"/>
            <a:r>
              <a:rPr lang="de-DE"/>
              <a:t>Textmasterformat bearbeiten</a:t>
            </a:r>
          </a:p>
          <a:p>
            <a:pPr lvl="0"/>
            <a:endParaRPr lang="de-DE"/>
          </a:p>
          <a:p>
            <a:pPr lvl="0"/>
            <a:endParaRPr lang="de-DE"/>
          </a:p>
        </p:txBody>
      </p:sp>
      <p:sp>
        <p:nvSpPr>
          <p:cNvPr id="9" name="Rechtwinkliges Dreieck 8">
            <a:extLst>
              <a:ext uri="{FF2B5EF4-FFF2-40B4-BE49-F238E27FC236}">
                <a16:creationId xmlns:a16="http://schemas.microsoft.com/office/drawing/2014/main" id="{0654A125-4D54-4873-B333-AA1742C27126}"/>
              </a:ext>
            </a:extLst>
          </p:cNvPr>
          <p:cNvSpPr/>
          <p:nvPr userDrawn="1"/>
        </p:nvSpPr>
        <p:spPr>
          <a:xfrm rot="5400000" flipH="1" flipV="1">
            <a:off x="7589877" y="2255872"/>
            <a:ext cx="6858001" cy="2346253"/>
          </a:xfrm>
          <a:prstGeom prst="rtTriangle">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Bild 8">
            <a:extLst>
              <a:ext uri="{FF2B5EF4-FFF2-40B4-BE49-F238E27FC236}">
                <a16:creationId xmlns:a16="http://schemas.microsoft.com/office/drawing/2014/main" id="{DBFBEF15-F34C-4276-9EFB-978624E3A6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50692" y="183740"/>
            <a:ext cx="2316793" cy="1055299"/>
          </a:xfrm>
          <a:prstGeom prst="rect">
            <a:avLst/>
          </a:prstGeom>
        </p:spPr>
      </p:pic>
      <p:grpSp>
        <p:nvGrpSpPr>
          <p:cNvPr id="12" name="Gruppieren 11">
            <a:extLst>
              <a:ext uri="{FF2B5EF4-FFF2-40B4-BE49-F238E27FC236}">
                <a16:creationId xmlns:a16="http://schemas.microsoft.com/office/drawing/2014/main" id="{7B9489A3-3EE6-497E-9FB9-E78A18361BF8}"/>
              </a:ext>
            </a:extLst>
          </p:cNvPr>
          <p:cNvGrpSpPr/>
          <p:nvPr userDrawn="1"/>
        </p:nvGrpSpPr>
        <p:grpSpPr>
          <a:xfrm>
            <a:off x="10809088" y="5733308"/>
            <a:ext cx="866635" cy="662176"/>
            <a:chOff x="1570478" y="2766824"/>
            <a:chExt cx="2166948" cy="1556166"/>
          </a:xfrm>
        </p:grpSpPr>
        <p:sp>
          <p:nvSpPr>
            <p:cNvPr id="13" name="Inhaltsplatzhalter 4" descr="Geöffneter Ordner Silhouette">
              <a:extLst>
                <a:ext uri="{FF2B5EF4-FFF2-40B4-BE49-F238E27FC236}">
                  <a16:creationId xmlns:a16="http://schemas.microsoft.com/office/drawing/2014/main" id="{A03CA635-362D-4EFC-8311-3893195C25AA}"/>
                </a:ext>
              </a:extLst>
            </p:cNvPr>
            <p:cNvSpPr/>
            <p:nvPr/>
          </p:nvSpPr>
          <p:spPr>
            <a:xfrm>
              <a:off x="1570478" y="2766824"/>
              <a:ext cx="2166948" cy="1556166"/>
            </a:xfrm>
            <a:custGeom>
              <a:avLst/>
              <a:gdLst>
                <a:gd name="connsiteX0" fmla="*/ 53812 w 2166948"/>
                <a:gd name="connsiteY0" fmla="*/ 1555417 h 1556166"/>
                <a:gd name="connsiteX1" fmla="*/ 56813 w 2166948"/>
                <a:gd name="connsiteY1" fmla="*/ 1556167 h 1556166"/>
                <a:gd name="connsiteX2" fmla="*/ 1778000 w 2166948"/>
                <a:gd name="connsiteY2" fmla="*/ 1556167 h 1556166"/>
                <a:gd name="connsiteX3" fmla="*/ 2155825 w 2166948"/>
                <a:gd name="connsiteY3" fmla="*/ 744732 h 1556166"/>
                <a:gd name="connsiteX4" fmla="*/ 2102724 w 2166948"/>
                <a:gd name="connsiteY4" fmla="*/ 593944 h 1556166"/>
                <a:gd name="connsiteX5" fmla="*/ 2066925 w 2166948"/>
                <a:gd name="connsiteY5" fmla="*/ 583601 h 1556166"/>
                <a:gd name="connsiteX6" fmla="*/ 1944688 w 2166948"/>
                <a:gd name="connsiteY6" fmla="*/ 583601 h 1556166"/>
                <a:gd name="connsiteX7" fmla="*/ 1944688 w 2166948"/>
                <a:gd name="connsiteY7" fmla="*/ 333569 h 1556166"/>
                <a:gd name="connsiteX8" fmla="*/ 1833563 w 2166948"/>
                <a:gd name="connsiteY8" fmla="*/ 222444 h 1556166"/>
                <a:gd name="connsiteX9" fmla="*/ 1007904 w 2166948"/>
                <a:gd name="connsiteY9" fmla="*/ 222444 h 1556166"/>
                <a:gd name="connsiteX10" fmla="*/ 993735 w 2166948"/>
                <a:gd name="connsiteY10" fmla="*/ 218166 h 1556166"/>
                <a:gd name="connsiteX11" fmla="*/ 694531 w 2166948"/>
                <a:gd name="connsiteY11" fmla="*/ 19447 h 1556166"/>
                <a:gd name="connsiteX12" fmla="*/ 633413 w 2166948"/>
                <a:gd name="connsiteY12" fmla="*/ 0 h 1556166"/>
                <a:gd name="connsiteX13" fmla="*/ 111125 w 2166948"/>
                <a:gd name="connsiteY13" fmla="*/ 0 h 1556166"/>
                <a:gd name="connsiteX14" fmla="*/ 0 w 2166948"/>
                <a:gd name="connsiteY14" fmla="*/ 111125 h 1556166"/>
                <a:gd name="connsiteX15" fmla="*/ 0 w 2166948"/>
                <a:gd name="connsiteY15" fmla="*/ 1500021 h 1556166"/>
                <a:gd name="connsiteX16" fmla="*/ 53812 w 2166948"/>
                <a:gd name="connsiteY16" fmla="*/ 1555417 h 1556166"/>
                <a:gd name="connsiteX17" fmla="*/ 2063952 w 2166948"/>
                <a:gd name="connsiteY17" fmla="*/ 639108 h 1556166"/>
                <a:gd name="connsiteX18" fmla="*/ 2110611 w 2166948"/>
                <a:gd name="connsiteY18" fmla="*/ 705910 h 1556166"/>
                <a:gd name="connsiteX19" fmla="*/ 2106236 w 2166948"/>
                <a:gd name="connsiteY19" fmla="*/ 719896 h 1556166"/>
                <a:gd name="connsiteX20" fmla="*/ 2105874 w 2166948"/>
                <a:gd name="connsiteY20" fmla="*/ 720590 h 1556166"/>
                <a:gd name="connsiteX21" fmla="*/ 2105569 w 2166948"/>
                <a:gd name="connsiteY21" fmla="*/ 721285 h 1556166"/>
                <a:gd name="connsiteX22" fmla="*/ 1742746 w 2166948"/>
                <a:gd name="connsiteY22" fmla="*/ 1500438 h 1556166"/>
                <a:gd name="connsiteX23" fmla="*/ 1742496 w 2166948"/>
                <a:gd name="connsiteY23" fmla="*/ 1500604 h 1556166"/>
                <a:gd name="connsiteX24" fmla="*/ 113903 w 2166948"/>
                <a:gd name="connsiteY24" fmla="*/ 1500604 h 1556166"/>
                <a:gd name="connsiteX25" fmla="*/ 113631 w 2166948"/>
                <a:gd name="connsiteY25" fmla="*/ 1500321 h 1556166"/>
                <a:gd name="connsiteX26" fmla="*/ 113653 w 2166948"/>
                <a:gd name="connsiteY26" fmla="*/ 1500215 h 1556166"/>
                <a:gd name="connsiteX27" fmla="*/ 456446 w 2166948"/>
                <a:gd name="connsiteY27" fmla="*/ 667111 h 1556166"/>
                <a:gd name="connsiteX28" fmla="*/ 500063 w 2166948"/>
                <a:gd name="connsiteY28" fmla="*/ 639108 h 1556166"/>
                <a:gd name="connsiteX29" fmla="*/ 55563 w 2166948"/>
                <a:gd name="connsiteY29" fmla="*/ 111125 h 1556166"/>
                <a:gd name="connsiteX30" fmla="*/ 111125 w 2166948"/>
                <a:gd name="connsiteY30" fmla="*/ 55563 h 1556166"/>
                <a:gd name="connsiteX31" fmla="*/ 633413 w 2166948"/>
                <a:gd name="connsiteY31" fmla="*/ 55563 h 1556166"/>
                <a:gd name="connsiteX32" fmla="*/ 665444 w 2166948"/>
                <a:gd name="connsiteY32" fmla="*/ 66814 h 1556166"/>
                <a:gd name="connsiteX33" fmla="*/ 962981 w 2166948"/>
                <a:gd name="connsiteY33" fmla="*/ 264311 h 1556166"/>
                <a:gd name="connsiteX34" fmla="*/ 1007904 w 2166948"/>
                <a:gd name="connsiteY34" fmla="*/ 277868 h 1556166"/>
                <a:gd name="connsiteX35" fmla="*/ 1833563 w 2166948"/>
                <a:gd name="connsiteY35" fmla="*/ 277868 h 1556166"/>
                <a:gd name="connsiteX36" fmla="*/ 1889125 w 2166948"/>
                <a:gd name="connsiteY36" fmla="*/ 333431 h 1556166"/>
                <a:gd name="connsiteX37" fmla="*/ 1889125 w 2166948"/>
                <a:gd name="connsiteY37" fmla="*/ 583240 h 1556166"/>
                <a:gd name="connsiteX38" fmla="*/ 527844 w 2166948"/>
                <a:gd name="connsiteY38" fmla="*/ 583240 h 1556166"/>
                <a:gd name="connsiteX39" fmla="*/ 523510 w 2166948"/>
                <a:gd name="connsiteY39" fmla="*/ 583545 h 1556166"/>
                <a:gd name="connsiteX40" fmla="*/ 500063 w 2166948"/>
                <a:gd name="connsiteY40" fmla="*/ 583545 h 1556166"/>
                <a:gd name="connsiteX41" fmla="*/ 405606 w 2166948"/>
                <a:gd name="connsiteY41" fmla="*/ 644664 h 1556166"/>
                <a:gd name="connsiteX42" fmla="*/ 56090 w 2166948"/>
                <a:gd name="connsiteY42" fmla="*/ 1494048 h 1556166"/>
                <a:gd name="connsiteX43" fmla="*/ 55740 w 2166948"/>
                <a:gd name="connsiteY43" fmla="*/ 1494226 h 1556166"/>
                <a:gd name="connsiteX44" fmla="*/ 55563 w 2166948"/>
                <a:gd name="connsiteY44" fmla="*/ 1494048 h 1556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166948" h="1556166">
                  <a:moveTo>
                    <a:pt x="53812" y="1555417"/>
                  </a:moveTo>
                  <a:cubicBezTo>
                    <a:pt x="54787" y="1555756"/>
                    <a:pt x="55793" y="1556006"/>
                    <a:pt x="56813" y="1556167"/>
                  </a:cubicBezTo>
                  <a:lnTo>
                    <a:pt x="1778000" y="1556167"/>
                  </a:lnTo>
                  <a:lnTo>
                    <a:pt x="2155825" y="744732"/>
                  </a:lnTo>
                  <a:cubicBezTo>
                    <a:pt x="2182801" y="688430"/>
                    <a:pt x="2159028" y="620919"/>
                    <a:pt x="2102724" y="593944"/>
                  </a:cubicBezTo>
                  <a:cubicBezTo>
                    <a:pt x="2091445" y="588540"/>
                    <a:pt x="2079349" y="585043"/>
                    <a:pt x="2066925" y="583601"/>
                  </a:cubicBezTo>
                  <a:lnTo>
                    <a:pt x="1944688" y="583601"/>
                  </a:lnTo>
                  <a:lnTo>
                    <a:pt x="1944688" y="333569"/>
                  </a:lnTo>
                  <a:cubicBezTo>
                    <a:pt x="1944504" y="272273"/>
                    <a:pt x="1894859" y="222628"/>
                    <a:pt x="1833563" y="222444"/>
                  </a:cubicBezTo>
                  <a:lnTo>
                    <a:pt x="1007904" y="222444"/>
                  </a:lnTo>
                  <a:cubicBezTo>
                    <a:pt x="1002864" y="222436"/>
                    <a:pt x="997936" y="220950"/>
                    <a:pt x="993735" y="218166"/>
                  </a:cubicBezTo>
                  <a:lnTo>
                    <a:pt x="694531" y="19447"/>
                  </a:lnTo>
                  <a:cubicBezTo>
                    <a:pt x="676257" y="7632"/>
                    <a:pt x="655154" y="920"/>
                    <a:pt x="633413" y="0"/>
                  </a:cubicBezTo>
                  <a:lnTo>
                    <a:pt x="111125" y="0"/>
                  </a:lnTo>
                  <a:cubicBezTo>
                    <a:pt x="49828" y="183"/>
                    <a:pt x="183" y="49828"/>
                    <a:pt x="0" y="111125"/>
                  </a:cubicBezTo>
                  <a:lnTo>
                    <a:pt x="0" y="1500021"/>
                  </a:lnTo>
                  <a:cubicBezTo>
                    <a:pt x="75" y="1529972"/>
                    <a:pt x="23876" y="1554472"/>
                    <a:pt x="53812" y="1555417"/>
                  </a:cubicBezTo>
                  <a:close/>
                  <a:moveTo>
                    <a:pt x="2063952" y="639108"/>
                  </a:moveTo>
                  <a:cubicBezTo>
                    <a:pt x="2095284" y="644669"/>
                    <a:pt x="2116173" y="674579"/>
                    <a:pt x="2110611" y="705910"/>
                  </a:cubicBezTo>
                  <a:cubicBezTo>
                    <a:pt x="2109753" y="710739"/>
                    <a:pt x="2108283" y="715439"/>
                    <a:pt x="2106236" y="719896"/>
                  </a:cubicBezTo>
                  <a:lnTo>
                    <a:pt x="2105874" y="720590"/>
                  </a:lnTo>
                  <a:lnTo>
                    <a:pt x="2105569" y="721285"/>
                  </a:lnTo>
                  <a:lnTo>
                    <a:pt x="1742746" y="1500438"/>
                  </a:lnTo>
                  <a:lnTo>
                    <a:pt x="1742496" y="1500604"/>
                  </a:lnTo>
                  <a:lnTo>
                    <a:pt x="113903" y="1500604"/>
                  </a:lnTo>
                  <a:cubicBezTo>
                    <a:pt x="113750" y="1500601"/>
                    <a:pt x="113628" y="1500477"/>
                    <a:pt x="113631" y="1500321"/>
                  </a:cubicBezTo>
                  <a:cubicBezTo>
                    <a:pt x="113631" y="1500285"/>
                    <a:pt x="113639" y="1500249"/>
                    <a:pt x="113653" y="1500215"/>
                  </a:cubicBezTo>
                  <a:lnTo>
                    <a:pt x="456446" y="667111"/>
                  </a:lnTo>
                  <a:cubicBezTo>
                    <a:pt x="464455" y="650223"/>
                    <a:pt x="481374" y="639360"/>
                    <a:pt x="500063" y="639108"/>
                  </a:cubicBezTo>
                  <a:close/>
                  <a:moveTo>
                    <a:pt x="55563" y="111125"/>
                  </a:moveTo>
                  <a:cubicBezTo>
                    <a:pt x="55563" y="80438"/>
                    <a:pt x="80438" y="55563"/>
                    <a:pt x="111125" y="55563"/>
                  </a:cubicBezTo>
                  <a:lnTo>
                    <a:pt x="633413" y="55563"/>
                  </a:lnTo>
                  <a:cubicBezTo>
                    <a:pt x="644875" y="56515"/>
                    <a:pt x="655904" y="60388"/>
                    <a:pt x="665444" y="66814"/>
                  </a:cubicBezTo>
                  <a:lnTo>
                    <a:pt x="962981" y="264311"/>
                  </a:lnTo>
                  <a:cubicBezTo>
                    <a:pt x="976297" y="273148"/>
                    <a:pt x="991921" y="277865"/>
                    <a:pt x="1007904" y="277868"/>
                  </a:cubicBezTo>
                  <a:lnTo>
                    <a:pt x="1833563" y="277868"/>
                  </a:lnTo>
                  <a:cubicBezTo>
                    <a:pt x="1864250" y="277868"/>
                    <a:pt x="1889125" y="302743"/>
                    <a:pt x="1889125" y="333431"/>
                  </a:cubicBezTo>
                  <a:lnTo>
                    <a:pt x="1889125" y="583240"/>
                  </a:lnTo>
                  <a:lnTo>
                    <a:pt x="527844" y="583240"/>
                  </a:lnTo>
                  <a:cubicBezTo>
                    <a:pt x="526371" y="583240"/>
                    <a:pt x="525066" y="583490"/>
                    <a:pt x="523510" y="583545"/>
                  </a:cubicBezTo>
                  <a:lnTo>
                    <a:pt x="500063" y="583545"/>
                  </a:lnTo>
                  <a:cubicBezTo>
                    <a:pt x="459349" y="583745"/>
                    <a:pt x="422472" y="607609"/>
                    <a:pt x="405606" y="644664"/>
                  </a:cubicBezTo>
                  <a:lnTo>
                    <a:pt x="56090" y="1494048"/>
                  </a:lnTo>
                  <a:cubicBezTo>
                    <a:pt x="56043" y="1494195"/>
                    <a:pt x="55885" y="1494273"/>
                    <a:pt x="55740" y="1494226"/>
                  </a:cubicBezTo>
                  <a:cubicBezTo>
                    <a:pt x="55657" y="1494198"/>
                    <a:pt x="55590" y="1494131"/>
                    <a:pt x="55563" y="1494048"/>
                  </a:cubicBezTo>
                  <a:close/>
                </a:path>
              </a:pathLst>
            </a:custGeom>
            <a:solidFill>
              <a:srgbClr val="000000"/>
            </a:solidFill>
            <a:ln w="27781" cap="flat">
              <a:noFill/>
              <a:prstDash val="solid"/>
              <a:miter/>
            </a:ln>
          </p:spPr>
          <p:txBody>
            <a:bodyPr rtlCol="0" anchor="ctr"/>
            <a:lstStyle/>
            <a:p>
              <a:endParaRPr lang="de-DE"/>
            </a:p>
          </p:txBody>
        </p:sp>
        <p:pic>
          <p:nvPicPr>
            <p:cNvPr id="14" name="Grafik 13" descr="Wiederholen Silhouette">
              <a:extLst>
                <a:ext uri="{FF2B5EF4-FFF2-40B4-BE49-F238E27FC236}">
                  <a16:creationId xmlns:a16="http://schemas.microsoft.com/office/drawing/2014/main" id="{DA7A4EE3-A0EA-4B41-ABA1-1C44D50C4D1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96752" y="3392488"/>
              <a:ext cx="914400" cy="914400"/>
            </a:xfrm>
            <a:prstGeom prst="rect">
              <a:avLst/>
            </a:prstGeom>
          </p:spPr>
        </p:pic>
      </p:grpSp>
    </p:spTree>
    <p:extLst>
      <p:ext uri="{BB962C8B-B14F-4D97-AF65-F5344CB8AC3E}">
        <p14:creationId xmlns:p14="http://schemas.microsoft.com/office/powerpoint/2010/main" val="1522988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Student Activity V3">
    <p:spTree>
      <p:nvGrpSpPr>
        <p:cNvPr id="1" name=""/>
        <p:cNvGrpSpPr/>
        <p:nvPr/>
      </p:nvGrpSpPr>
      <p:grpSpPr>
        <a:xfrm>
          <a:off x="0" y="0"/>
          <a:ext cx="0" cy="0"/>
          <a:chOff x="0" y="0"/>
          <a:chExt cx="0" cy="0"/>
        </a:xfrm>
      </p:grpSpPr>
      <p:sp>
        <p:nvSpPr>
          <p:cNvPr id="8" name="Rechtwinkliges Dreieck 7">
            <a:extLst>
              <a:ext uri="{FF2B5EF4-FFF2-40B4-BE49-F238E27FC236}">
                <a16:creationId xmlns:a16="http://schemas.microsoft.com/office/drawing/2014/main" id="{E2AB53BE-F7D3-7535-5034-565F3FA59D45}"/>
              </a:ext>
            </a:extLst>
          </p:cNvPr>
          <p:cNvSpPr/>
          <p:nvPr userDrawn="1"/>
        </p:nvSpPr>
        <p:spPr>
          <a:xfrm rot="5400000" flipH="1">
            <a:off x="-2195363" y="2184594"/>
            <a:ext cx="6858000" cy="2488811"/>
          </a:xfrm>
          <a:prstGeom prst="rtTriangle">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3" name="Grafik 2" descr="Ambition mit einfarbiger Füllung">
            <a:extLst>
              <a:ext uri="{FF2B5EF4-FFF2-40B4-BE49-F238E27FC236}">
                <a16:creationId xmlns:a16="http://schemas.microsoft.com/office/drawing/2014/main" id="{BF15307D-F2CF-16ED-3902-0081D7EE8F8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58662" y="578248"/>
            <a:ext cx="775070" cy="803627"/>
          </a:xfrm>
          <a:prstGeom prst="rect">
            <a:avLst/>
          </a:prstGeom>
        </p:spPr>
      </p:pic>
      <p:sp>
        <p:nvSpPr>
          <p:cNvPr id="2" name="Freihandform 1">
            <a:extLst>
              <a:ext uri="{FF2B5EF4-FFF2-40B4-BE49-F238E27FC236}">
                <a16:creationId xmlns:a16="http://schemas.microsoft.com/office/drawing/2014/main" id="{01F2F0BA-008B-E9A6-D5FC-38A6CC7F6457}"/>
              </a:ext>
            </a:extLst>
          </p:cNvPr>
          <p:cNvSpPr/>
          <p:nvPr userDrawn="1"/>
        </p:nvSpPr>
        <p:spPr>
          <a:xfrm rot="16200000">
            <a:off x="8047015" y="2701137"/>
            <a:ext cx="6062331" cy="2251393"/>
          </a:xfrm>
          <a:custGeom>
            <a:avLst/>
            <a:gdLst>
              <a:gd name="connsiteX0" fmla="*/ 6062331 w 6062331"/>
              <a:gd name="connsiteY0" fmla="*/ 2251392 h 2251393"/>
              <a:gd name="connsiteX1" fmla="*/ 0 w 6062331"/>
              <a:gd name="connsiteY1" fmla="*/ 2251393 h 2251393"/>
              <a:gd name="connsiteX2" fmla="*/ 0 w 6062331"/>
              <a:gd name="connsiteY2" fmla="*/ 1354405 h 2251393"/>
              <a:gd name="connsiteX3" fmla="*/ 689222 w 6062331"/>
              <a:gd name="connsiteY3" fmla="*/ 0 h 2251393"/>
            </a:gdLst>
            <a:ahLst/>
            <a:cxnLst>
              <a:cxn ang="0">
                <a:pos x="connsiteX0" y="connsiteY0"/>
              </a:cxn>
              <a:cxn ang="0">
                <a:pos x="connsiteX1" y="connsiteY1"/>
              </a:cxn>
              <a:cxn ang="0">
                <a:pos x="connsiteX2" y="connsiteY2"/>
              </a:cxn>
              <a:cxn ang="0">
                <a:pos x="connsiteX3" y="connsiteY3"/>
              </a:cxn>
            </a:cxnLst>
            <a:rect l="l" t="t" r="r" b="b"/>
            <a:pathLst>
              <a:path w="6062331" h="2251393">
                <a:moveTo>
                  <a:pt x="6062331" y="2251392"/>
                </a:moveTo>
                <a:lnTo>
                  <a:pt x="0" y="2251393"/>
                </a:lnTo>
                <a:lnTo>
                  <a:pt x="0" y="1354405"/>
                </a:lnTo>
                <a:lnTo>
                  <a:pt x="689222" y="0"/>
                </a:lnTo>
                <a:close/>
              </a:path>
            </a:pathLst>
          </a:cu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de-DE"/>
          </a:p>
        </p:txBody>
      </p:sp>
      <p:pic>
        <p:nvPicPr>
          <p:cNvPr id="4" name="Grafik 3">
            <a:extLst>
              <a:ext uri="{FF2B5EF4-FFF2-40B4-BE49-F238E27FC236}">
                <a16:creationId xmlns:a16="http://schemas.microsoft.com/office/drawing/2014/main" id="{69CF7C3F-94F9-B5F7-9C70-D836A07EF722}"/>
              </a:ext>
            </a:extLst>
          </p:cNvPr>
          <p:cNvPicPr>
            <a:picLocks noChangeAspect="1"/>
          </p:cNvPicPr>
          <p:nvPr userDrawn="1"/>
        </p:nvPicPr>
        <p:blipFill>
          <a:blip r:embed="rId4">
            <a:duotone>
              <a:schemeClr val="accent4">
                <a:shade val="45000"/>
                <a:satMod val="135000"/>
              </a:schemeClr>
              <a:prstClr val="white"/>
            </a:duotone>
            <a:extLst>
              <a:ext uri="{BEBA8EAE-BF5A-486C-A8C5-ECC9F3942E4B}">
                <a14:imgProps xmlns:a14="http://schemas.microsoft.com/office/drawing/2010/main">
                  <a14:imgLayer r:embed="rId5">
                    <a14:imgEffect>
                      <a14:artisticPencilSketch/>
                    </a14:imgEffect>
                    <a14:imgEffect>
                      <a14:colorTemperature colorTemp="4700"/>
                    </a14:imgEffect>
                  </a14:imgLayer>
                </a14:imgProps>
              </a:ext>
            </a:extLst>
          </a:blip>
          <a:stretch>
            <a:fillRect/>
          </a:stretch>
        </p:blipFill>
        <p:spPr>
          <a:xfrm>
            <a:off x="10812074" y="4997875"/>
            <a:ext cx="969348" cy="1109568"/>
          </a:xfrm>
          <a:prstGeom prst="rect">
            <a:avLst/>
          </a:prstGeom>
        </p:spPr>
      </p:pic>
      <p:grpSp>
        <p:nvGrpSpPr>
          <p:cNvPr id="9" name="Gruppieren 8">
            <a:extLst>
              <a:ext uri="{FF2B5EF4-FFF2-40B4-BE49-F238E27FC236}">
                <a16:creationId xmlns:a16="http://schemas.microsoft.com/office/drawing/2014/main" id="{2CF3D127-8E36-405C-A174-7A6F08CB948D}"/>
              </a:ext>
            </a:extLst>
          </p:cNvPr>
          <p:cNvGrpSpPr/>
          <p:nvPr userDrawn="1"/>
        </p:nvGrpSpPr>
        <p:grpSpPr>
          <a:xfrm>
            <a:off x="1785000" y="570208"/>
            <a:ext cx="8622000" cy="5836568"/>
            <a:chOff x="1785000" y="570208"/>
            <a:chExt cx="8622000" cy="5836568"/>
          </a:xfrm>
        </p:grpSpPr>
        <p:grpSp>
          <p:nvGrpSpPr>
            <p:cNvPr id="19" name="Gruppieren 18">
              <a:extLst>
                <a:ext uri="{FF2B5EF4-FFF2-40B4-BE49-F238E27FC236}">
                  <a16:creationId xmlns:a16="http://schemas.microsoft.com/office/drawing/2014/main" id="{20108AE8-2B6F-C1B6-09D4-BD534A9DF9A9}"/>
                </a:ext>
              </a:extLst>
            </p:cNvPr>
            <p:cNvGrpSpPr/>
            <p:nvPr userDrawn="1"/>
          </p:nvGrpSpPr>
          <p:grpSpPr>
            <a:xfrm>
              <a:off x="1785000" y="570208"/>
              <a:ext cx="8622000" cy="5836568"/>
              <a:chOff x="1000730" y="266337"/>
              <a:chExt cx="10369515" cy="6447449"/>
            </a:xfrm>
          </p:grpSpPr>
          <p:sp>
            <p:nvSpPr>
              <p:cNvPr id="20" name="Rechteck: abgerundete Ecken 19">
                <a:extLst>
                  <a:ext uri="{FF2B5EF4-FFF2-40B4-BE49-F238E27FC236}">
                    <a16:creationId xmlns:a16="http://schemas.microsoft.com/office/drawing/2014/main" id="{1E8B3031-0216-4676-3FF0-F10CE51DD7E2}"/>
                  </a:ext>
                </a:extLst>
              </p:cNvPr>
              <p:cNvSpPr/>
              <p:nvPr/>
            </p:nvSpPr>
            <p:spPr>
              <a:xfrm>
                <a:off x="1000730" y="266337"/>
                <a:ext cx="4663035" cy="2172854"/>
              </a:xfrm>
              <a:prstGeom prst="roundRect">
                <a:avLst/>
              </a:prstGeom>
              <a:solidFill>
                <a:srgbClr val="FFC000"/>
              </a:solid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abgerundete Ecken 20">
                <a:extLst>
                  <a:ext uri="{FF2B5EF4-FFF2-40B4-BE49-F238E27FC236}">
                    <a16:creationId xmlns:a16="http://schemas.microsoft.com/office/drawing/2014/main" id="{E103CEA8-D845-D38E-9CA8-3987BF3AA15B}"/>
                  </a:ext>
                </a:extLst>
              </p:cNvPr>
              <p:cNvSpPr/>
              <p:nvPr/>
            </p:nvSpPr>
            <p:spPr>
              <a:xfrm>
                <a:off x="1000730" y="1240670"/>
                <a:ext cx="10369515" cy="5473116"/>
              </a:xfrm>
              <a:prstGeom prst="roundRect">
                <a:avLst>
                  <a:gd name="adj" fmla="val 5528"/>
                </a:avLst>
              </a:prstGeom>
              <a:solidFill>
                <a:schemeClr val="bg1"/>
              </a:solid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de-DE" sz="1400">
                  <a:solidFill>
                    <a:schemeClr val="tx1"/>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22" name="Textfeld 21">
                <a:extLst>
                  <a:ext uri="{FF2B5EF4-FFF2-40B4-BE49-F238E27FC236}">
                    <a16:creationId xmlns:a16="http://schemas.microsoft.com/office/drawing/2014/main" id="{FFDA0393-B6E7-F4BD-455F-75FF076B436C}"/>
                  </a:ext>
                </a:extLst>
              </p:cNvPr>
              <p:cNvSpPr txBox="1"/>
              <p:nvPr/>
            </p:nvSpPr>
            <p:spPr>
              <a:xfrm>
                <a:off x="2062008" y="493006"/>
                <a:ext cx="2796488" cy="475986"/>
              </a:xfrm>
              <a:prstGeom prst="rect">
                <a:avLst/>
              </a:prstGeom>
              <a:noFill/>
            </p:spPr>
            <p:txBody>
              <a:bodyPr wrap="square" rtlCol="0">
                <a:spAutoFit/>
              </a:bodyPr>
              <a:lstStyle/>
              <a:p>
                <a:r>
                  <a:rPr lang="en-GB" sz="2200" b="1" noProof="0">
                    <a:solidFill>
                      <a:schemeClr val="tx1"/>
                    </a:solidFill>
                    <a:latin typeface="Arial" panose="020B0604020202020204" pitchFamily="34" charset="0"/>
                    <a:cs typeface="Arial" panose="020B0604020202020204" pitchFamily="34" charset="0"/>
                  </a:rPr>
                  <a:t>Student Activity</a:t>
                </a:r>
              </a:p>
            </p:txBody>
          </p:sp>
        </p:grpSp>
        <p:pic>
          <p:nvPicPr>
            <p:cNvPr id="6" name="Grafik 5" descr="Ambition mit einfarbiger Füllung">
              <a:extLst>
                <a:ext uri="{FF2B5EF4-FFF2-40B4-BE49-F238E27FC236}">
                  <a16:creationId xmlns:a16="http://schemas.microsoft.com/office/drawing/2014/main" id="{88EA6255-453E-D935-1264-F905DA519FA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56082" y="575666"/>
              <a:ext cx="775070" cy="726424"/>
            </a:xfrm>
            <a:prstGeom prst="rect">
              <a:avLst/>
            </a:prstGeom>
          </p:spPr>
        </p:pic>
      </p:grpSp>
      <p:sp>
        <p:nvSpPr>
          <p:cNvPr id="5" name="Inhaltsplatzhalter 3">
            <a:extLst>
              <a:ext uri="{FF2B5EF4-FFF2-40B4-BE49-F238E27FC236}">
                <a16:creationId xmlns:a16="http://schemas.microsoft.com/office/drawing/2014/main" id="{625EFA01-FEE7-8D43-7A77-7906FE6A360F}"/>
              </a:ext>
            </a:extLst>
          </p:cNvPr>
          <p:cNvSpPr>
            <a:spLocks noGrp="1"/>
          </p:cNvSpPr>
          <p:nvPr>
            <p:ph idx="1"/>
          </p:nvPr>
        </p:nvSpPr>
        <p:spPr>
          <a:xfrm>
            <a:off x="1905000" y="1604856"/>
            <a:ext cx="8373533" cy="4674895"/>
          </a:xfrm>
          <a:prstGeom prst="rect">
            <a:avLst/>
          </a:prstGeom>
        </p:spPr>
        <p:txBody>
          <a:bodyPr/>
          <a:lstStyle>
            <a:lvl1pPr marL="0" indent="0">
              <a:lnSpc>
                <a:spcPct val="120000"/>
              </a:lnSpc>
              <a:spcBef>
                <a:spcPts val="0"/>
              </a:spcBef>
              <a:spcAft>
                <a:spcPts val="600"/>
              </a:spcAft>
              <a:buNone/>
              <a:defRPr sz="1800">
                <a:solidFill>
                  <a:srgbClr val="626254"/>
                </a:solidFill>
                <a:latin typeface="Arial" panose="020B0604020202020204" pitchFamily="34" charset="0"/>
                <a:cs typeface="Arial" panose="020B0604020202020204" pitchFamily="34" charset="0"/>
              </a:defRPr>
            </a:lvl1pPr>
          </a:lstStyle>
          <a:p>
            <a:endParaRPr lang="en-GB"/>
          </a:p>
        </p:txBody>
      </p:sp>
      <p:sp>
        <p:nvSpPr>
          <p:cNvPr id="7" name="Content Placeholder 2">
            <a:extLst>
              <a:ext uri="{FF2B5EF4-FFF2-40B4-BE49-F238E27FC236}">
                <a16:creationId xmlns:a16="http://schemas.microsoft.com/office/drawing/2014/main" id="{C47054DA-7113-4F09-702B-C645B9821880}"/>
              </a:ext>
            </a:extLst>
          </p:cNvPr>
          <p:cNvSpPr>
            <a:spLocks noGrp="1"/>
          </p:cNvSpPr>
          <p:nvPr>
            <p:ph idx="10" hasCustomPrompt="1"/>
          </p:nvPr>
        </p:nvSpPr>
        <p:spPr>
          <a:xfrm>
            <a:off x="4992639" y="795773"/>
            <a:ext cx="452819" cy="430887"/>
          </a:xfrm>
          <a:prstGeom prst="rect">
            <a:avLst/>
          </a:prstGeom>
          <a:solidFill>
            <a:schemeClr val="bg1">
              <a:alpha val="0"/>
            </a:schemeClr>
          </a:solidFill>
        </p:spPr>
        <p:txBody>
          <a:bodyPr lIns="0" tIns="0" rIns="0" bIns="0" numCol="1"/>
          <a:lstStyle>
            <a:lvl1pPr marL="0" indent="0">
              <a:lnSpc>
                <a:spcPct val="120000"/>
              </a:lnSpc>
              <a:spcBef>
                <a:spcPts val="600"/>
              </a:spcBef>
              <a:spcAft>
                <a:spcPts val="600"/>
              </a:spcAft>
              <a:buClr>
                <a:srgbClr val="626254"/>
              </a:buClr>
              <a:buSzPct val="108000"/>
              <a:buFont typeface="Arial" charset="0"/>
              <a:buNone/>
              <a:defRPr sz="2200" b="1">
                <a:solidFill>
                  <a:schemeClr val="bg1"/>
                </a:solidFill>
                <a:latin typeface="Arial" panose="020B0604020202020204" pitchFamily="34" charset="0"/>
                <a:cs typeface="Arial" panose="020B0604020202020204" pitchFamily="34" charset="0"/>
              </a:defRPr>
            </a:lvl1pPr>
            <a:lvl2pPr>
              <a:lnSpc>
                <a:spcPct val="110000"/>
              </a:lnSpc>
              <a:spcBef>
                <a:spcPts val="600"/>
              </a:spcBef>
              <a:spcAft>
                <a:spcPts val="600"/>
              </a:spcAft>
              <a:defRPr sz="1800">
                <a:solidFill>
                  <a:srgbClr val="626254"/>
                </a:solidFill>
                <a:latin typeface="Arial" panose="020B0604020202020204" pitchFamily="34" charset="0"/>
                <a:cs typeface="Arial" panose="020B0604020202020204" pitchFamily="34" charset="0"/>
              </a:defRPr>
            </a:lvl2pPr>
            <a:lvl3pPr>
              <a:defRPr>
                <a:solidFill>
                  <a:srgbClr val="626254"/>
                </a:solidFill>
              </a:defRPr>
            </a:lvl3pPr>
            <a:lvl4pPr>
              <a:defRPr>
                <a:solidFill>
                  <a:srgbClr val="626254"/>
                </a:solidFill>
              </a:defRPr>
            </a:lvl4pPr>
            <a:lvl5pPr>
              <a:defRPr>
                <a:solidFill>
                  <a:srgbClr val="626254"/>
                </a:solidFill>
              </a:defRPr>
            </a:lvl5pPr>
          </a:lstStyle>
          <a:p>
            <a:pPr lvl="0"/>
            <a:r>
              <a:rPr lang="de-DE"/>
              <a:t>X.X</a:t>
            </a:r>
          </a:p>
          <a:p>
            <a:pPr lvl="0"/>
            <a:endParaRPr lang="de-DE"/>
          </a:p>
        </p:txBody>
      </p:sp>
      <p:sp>
        <p:nvSpPr>
          <p:cNvPr id="16" name="Textplatzhalter 13">
            <a:extLst>
              <a:ext uri="{FF2B5EF4-FFF2-40B4-BE49-F238E27FC236}">
                <a16:creationId xmlns:a16="http://schemas.microsoft.com/office/drawing/2014/main" id="{FEF38A21-C6DC-486B-8D48-C12F5AD33614}"/>
              </a:ext>
            </a:extLst>
          </p:cNvPr>
          <p:cNvSpPr txBox="1">
            <a:spLocks/>
          </p:cNvSpPr>
          <p:nvPr userDrawn="1"/>
        </p:nvSpPr>
        <p:spPr>
          <a:xfrm>
            <a:off x="784115" y="6478805"/>
            <a:ext cx="2203015" cy="156936"/>
          </a:xfrm>
          <a:prstGeom prst="rect">
            <a:avLst/>
          </a:prstGeom>
        </p:spPr>
        <p:txBody>
          <a:bodyPr lIns="0" tIns="0" rIns="0" bIns="0" anchor="b"/>
          <a:lstStyle>
            <a:lvl1pPr marL="0" indent="0" algn="l" defTabSz="914400" rtl="0" eaLnBrk="1" latinLnBrk="0" hangingPunct="1">
              <a:lnSpc>
                <a:spcPct val="90000"/>
              </a:lnSpc>
              <a:spcBef>
                <a:spcPts val="1000"/>
              </a:spcBef>
              <a:buFont typeface="Arial" panose="020B0604020202020204" pitchFamily="34" charset="0"/>
              <a:buNone/>
              <a:defRPr sz="1000" kern="1200">
                <a:solidFill>
                  <a:srgbClr val="626254"/>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B575FACC-40E9-DA4B-952F-1C2D0A68B874}" type="slidenum">
              <a:rPr lang="de-DE" sz="1000" smtClean="0">
                <a:latin typeface="Arial" panose="020B0604020202020204" pitchFamily="34" charset="0"/>
                <a:cs typeface="Arial" panose="020B0604020202020204" pitchFamily="34" charset="0"/>
              </a:rPr>
              <a:pPr/>
              <a:t>‹#›</a:t>
            </a:fld>
            <a:endParaRPr lang="de-DE" sz="1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232111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Student Activity V3">
    <p:spTree>
      <p:nvGrpSpPr>
        <p:cNvPr id="1" name=""/>
        <p:cNvGrpSpPr/>
        <p:nvPr/>
      </p:nvGrpSpPr>
      <p:grpSpPr>
        <a:xfrm>
          <a:off x="0" y="0"/>
          <a:ext cx="0" cy="0"/>
          <a:chOff x="0" y="0"/>
          <a:chExt cx="0" cy="0"/>
        </a:xfrm>
      </p:grpSpPr>
      <p:sp>
        <p:nvSpPr>
          <p:cNvPr id="8" name="Rechtwinkliges Dreieck 7">
            <a:extLst>
              <a:ext uri="{FF2B5EF4-FFF2-40B4-BE49-F238E27FC236}">
                <a16:creationId xmlns:a16="http://schemas.microsoft.com/office/drawing/2014/main" id="{E2AB53BE-F7D3-7535-5034-565F3FA59D45}"/>
              </a:ext>
            </a:extLst>
          </p:cNvPr>
          <p:cNvSpPr/>
          <p:nvPr userDrawn="1"/>
        </p:nvSpPr>
        <p:spPr>
          <a:xfrm rot="5400000" flipH="1">
            <a:off x="-2195363" y="2184594"/>
            <a:ext cx="6858000" cy="2488811"/>
          </a:xfrm>
          <a:prstGeom prst="rtTriangle">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3" name="Grafik 2" descr="Ambition mit einfarbiger Füllung">
            <a:extLst>
              <a:ext uri="{FF2B5EF4-FFF2-40B4-BE49-F238E27FC236}">
                <a16:creationId xmlns:a16="http://schemas.microsoft.com/office/drawing/2014/main" id="{BF15307D-F2CF-16ED-3902-0081D7EE8F8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58662" y="578248"/>
            <a:ext cx="775070" cy="803627"/>
          </a:xfrm>
          <a:prstGeom prst="rect">
            <a:avLst/>
          </a:prstGeom>
        </p:spPr>
      </p:pic>
      <p:sp>
        <p:nvSpPr>
          <p:cNvPr id="2" name="Freihandform 1">
            <a:extLst>
              <a:ext uri="{FF2B5EF4-FFF2-40B4-BE49-F238E27FC236}">
                <a16:creationId xmlns:a16="http://schemas.microsoft.com/office/drawing/2014/main" id="{01F2F0BA-008B-E9A6-D5FC-38A6CC7F6457}"/>
              </a:ext>
            </a:extLst>
          </p:cNvPr>
          <p:cNvSpPr/>
          <p:nvPr userDrawn="1"/>
        </p:nvSpPr>
        <p:spPr>
          <a:xfrm rot="16200000">
            <a:off x="8047015" y="2701137"/>
            <a:ext cx="6062331" cy="2251393"/>
          </a:xfrm>
          <a:custGeom>
            <a:avLst/>
            <a:gdLst>
              <a:gd name="connsiteX0" fmla="*/ 6062331 w 6062331"/>
              <a:gd name="connsiteY0" fmla="*/ 2251392 h 2251393"/>
              <a:gd name="connsiteX1" fmla="*/ 0 w 6062331"/>
              <a:gd name="connsiteY1" fmla="*/ 2251393 h 2251393"/>
              <a:gd name="connsiteX2" fmla="*/ 0 w 6062331"/>
              <a:gd name="connsiteY2" fmla="*/ 1354405 h 2251393"/>
              <a:gd name="connsiteX3" fmla="*/ 689222 w 6062331"/>
              <a:gd name="connsiteY3" fmla="*/ 0 h 2251393"/>
            </a:gdLst>
            <a:ahLst/>
            <a:cxnLst>
              <a:cxn ang="0">
                <a:pos x="connsiteX0" y="connsiteY0"/>
              </a:cxn>
              <a:cxn ang="0">
                <a:pos x="connsiteX1" y="connsiteY1"/>
              </a:cxn>
              <a:cxn ang="0">
                <a:pos x="connsiteX2" y="connsiteY2"/>
              </a:cxn>
              <a:cxn ang="0">
                <a:pos x="connsiteX3" y="connsiteY3"/>
              </a:cxn>
            </a:cxnLst>
            <a:rect l="l" t="t" r="r" b="b"/>
            <a:pathLst>
              <a:path w="6062331" h="2251393">
                <a:moveTo>
                  <a:pt x="6062331" y="2251392"/>
                </a:moveTo>
                <a:lnTo>
                  <a:pt x="0" y="2251393"/>
                </a:lnTo>
                <a:lnTo>
                  <a:pt x="0" y="1354405"/>
                </a:lnTo>
                <a:lnTo>
                  <a:pt x="689222" y="0"/>
                </a:lnTo>
                <a:close/>
              </a:path>
            </a:pathLst>
          </a:cu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de-DE"/>
          </a:p>
        </p:txBody>
      </p:sp>
      <p:grpSp>
        <p:nvGrpSpPr>
          <p:cNvPr id="19" name="Gruppieren 18">
            <a:extLst>
              <a:ext uri="{FF2B5EF4-FFF2-40B4-BE49-F238E27FC236}">
                <a16:creationId xmlns:a16="http://schemas.microsoft.com/office/drawing/2014/main" id="{20108AE8-2B6F-C1B6-09D4-BD534A9DF9A9}"/>
              </a:ext>
            </a:extLst>
          </p:cNvPr>
          <p:cNvGrpSpPr/>
          <p:nvPr userDrawn="1"/>
        </p:nvGrpSpPr>
        <p:grpSpPr>
          <a:xfrm>
            <a:off x="1785000" y="570208"/>
            <a:ext cx="8622000" cy="5836568"/>
            <a:chOff x="1000730" y="266337"/>
            <a:chExt cx="10369515" cy="6447449"/>
          </a:xfrm>
        </p:grpSpPr>
        <p:sp>
          <p:nvSpPr>
            <p:cNvPr id="20" name="Rechteck: abgerundete Ecken 19">
              <a:extLst>
                <a:ext uri="{FF2B5EF4-FFF2-40B4-BE49-F238E27FC236}">
                  <a16:creationId xmlns:a16="http://schemas.microsoft.com/office/drawing/2014/main" id="{1E8B3031-0216-4676-3FF0-F10CE51DD7E2}"/>
                </a:ext>
              </a:extLst>
            </p:cNvPr>
            <p:cNvSpPr/>
            <p:nvPr/>
          </p:nvSpPr>
          <p:spPr>
            <a:xfrm>
              <a:off x="1000730" y="266337"/>
              <a:ext cx="4663035" cy="2172854"/>
            </a:xfrm>
            <a:prstGeom prst="roundRect">
              <a:avLst/>
            </a:prstGeom>
            <a:solidFill>
              <a:srgbClr val="FFC000"/>
            </a:solid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abgerundete Ecken 20">
              <a:extLst>
                <a:ext uri="{FF2B5EF4-FFF2-40B4-BE49-F238E27FC236}">
                  <a16:creationId xmlns:a16="http://schemas.microsoft.com/office/drawing/2014/main" id="{E103CEA8-D845-D38E-9CA8-3987BF3AA15B}"/>
                </a:ext>
              </a:extLst>
            </p:cNvPr>
            <p:cNvSpPr/>
            <p:nvPr/>
          </p:nvSpPr>
          <p:spPr>
            <a:xfrm>
              <a:off x="1000730" y="1240670"/>
              <a:ext cx="10369515" cy="5473116"/>
            </a:xfrm>
            <a:prstGeom prst="roundRect">
              <a:avLst>
                <a:gd name="adj" fmla="val 5528"/>
              </a:avLst>
            </a:prstGeom>
            <a:solidFill>
              <a:schemeClr val="bg1"/>
            </a:solid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de-DE" sz="1400">
                <a:solidFill>
                  <a:schemeClr val="tx1"/>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22" name="Textfeld 21">
              <a:extLst>
                <a:ext uri="{FF2B5EF4-FFF2-40B4-BE49-F238E27FC236}">
                  <a16:creationId xmlns:a16="http://schemas.microsoft.com/office/drawing/2014/main" id="{FFDA0393-B6E7-F4BD-455F-75FF076B436C}"/>
                </a:ext>
              </a:extLst>
            </p:cNvPr>
            <p:cNvSpPr txBox="1"/>
            <p:nvPr/>
          </p:nvSpPr>
          <p:spPr>
            <a:xfrm>
              <a:off x="2062007" y="493006"/>
              <a:ext cx="3341085" cy="475986"/>
            </a:xfrm>
            <a:prstGeom prst="rect">
              <a:avLst/>
            </a:prstGeom>
            <a:noFill/>
          </p:spPr>
          <p:txBody>
            <a:bodyPr wrap="square" rtlCol="0">
              <a:spAutoFit/>
            </a:bodyPr>
            <a:lstStyle/>
            <a:p>
              <a:r>
                <a:rPr lang="en-GB" sz="2200" b="1" noProof="0">
                  <a:solidFill>
                    <a:schemeClr val="tx1"/>
                  </a:solidFill>
                  <a:latin typeface="Arial" panose="020B0604020202020204" pitchFamily="34" charset="0"/>
                  <a:cs typeface="Arial" panose="020B0604020202020204" pitchFamily="34" charset="0"/>
                </a:rPr>
                <a:t>Critical </a:t>
              </a:r>
              <a:r>
                <a:rPr lang="en-GB" sz="2200" b="1" noProof="0" err="1">
                  <a:solidFill>
                    <a:schemeClr val="tx1"/>
                  </a:solidFill>
                  <a:latin typeface="Arial" panose="020B0604020202020204" pitchFamily="34" charset="0"/>
                  <a:cs typeface="Arial" panose="020B0604020202020204" pitchFamily="34" charset="0"/>
                </a:rPr>
                <a:t>Assesment</a:t>
              </a:r>
              <a:endParaRPr lang="en-GB" sz="2200" b="1" noProof="0">
                <a:solidFill>
                  <a:schemeClr val="tx1"/>
                </a:solidFill>
                <a:latin typeface="Arial" panose="020B0604020202020204" pitchFamily="34" charset="0"/>
                <a:cs typeface="Arial" panose="020B0604020202020204" pitchFamily="34" charset="0"/>
              </a:endParaRPr>
            </a:p>
          </p:txBody>
        </p:sp>
      </p:grpSp>
      <p:sp>
        <p:nvSpPr>
          <p:cNvPr id="5" name="Inhaltsplatzhalter 3">
            <a:extLst>
              <a:ext uri="{FF2B5EF4-FFF2-40B4-BE49-F238E27FC236}">
                <a16:creationId xmlns:a16="http://schemas.microsoft.com/office/drawing/2014/main" id="{625EFA01-FEE7-8D43-7A77-7906FE6A360F}"/>
              </a:ext>
            </a:extLst>
          </p:cNvPr>
          <p:cNvSpPr>
            <a:spLocks noGrp="1"/>
          </p:cNvSpPr>
          <p:nvPr>
            <p:ph idx="1"/>
          </p:nvPr>
        </p:nvSpPr>
        <p:spPr>
          <a:xfrm>
            <a:off x="1905000" y="1604856"/>
            <a:ext cx="8373533" cy="4674895"/>
          </a:xfrm>
          <a:prstGeom prst="rect">
            <a:avLst/>
          </a:prstGeom>
        </p:spPr>
        <p:txBody>
          <a:bodyPr/>
          <a:lstStyle>
            <a:lvl1pPr marL="0" indent="0">
              <a:lnSpc>
                <a:spcPct val="120000"/>
              </a:lnSpc>
              <a:spcBef>
                <a:spcPts val="0"/>
              </a:spcBef>
              <a:spcAft>
                <a:spcPts val="600"/>
              </a:spcAft>
              <a:buNone/>
              <a:defRPr sz="1800">
                <a:solidFill>
                  <a:srgbClr val="626254"/>
                </a:solidFill>
                <a:latin typeface="Arial" panose="020B0604020202020204" pitchFamily="34" charset="0"/>
                <a:cs typeface="Arial" panose="020B0604020202020204" pitchFamily="34" charset="0"/>
              </a:defRPr>
            </a:lvl1pPr>
          </a:lstStyle>
          <a:p>
            <a:endParaRPr lang="en-GB"/>
          </a:p>
        </p:txBody>
      </p:sp>
      <p:sp>
        <p:nvSpPr>
          <p:cNvPr id="7" name="Content Placeholder 2">
            <a:extLst>
              <a:ext uri="{FF2B5EF4-FFF2-40B4-BE49-F238E27FC236}">
                <a16:creationId xmlns:a16="http://schemas.microsoft.com/office/drawing/2014/main" id="{C47054DA-7113-4F09-702B-C645B9821880}"/>
              </a:ext>
            </a:extLst>
          </p:cNvPr>
          <p:cNvSpPr>
            <a:spLocks noGrp="1"/>
          </p:cNvSpPr>
          <p:nvPr>
            <p:ph idx="10" hasCustomPrompt="1"/>
          </p:nvPr>
        </p:nvSpPr>
        <p:spPr>
          <a:xfrm>
            <a:off x="4992639" y="795773"/>
            <a:ext cx="452819" cy="430887"/>
          </a:xfrm>
          <a:prstGeom prst="rect">
            <a:avLst/>
          </a:prstGeom>
          <a:solidFill>
            <a:schemeClr val="bg1">
              <a:alpha val="0"/>
            </a:schemeClr>
          </a:solidFill>
        </p:spPr>
        <p:txBody>
          <a:bodyPr lIns="0" tIns="0" rIns="0" bIns="0" numCol="1"/>
          <a:lstStyle>
            <a:lvl1pPr marL="0" indent="0">
              <a:lnSpc>
                <a:spcPct val="120000"/>
              </a:lnSpc>
              <a:spcBef>
                <a:spcPts val="600"/>
              </a:spcBef>
              <a:spcAft>
                <a:spcPts val="600"/>
              </a:spcAft>
              <a:buClr>
                <a:srgbClr val="626254"/>
              </a:buClr>
              <a:buSzPct val="108000"/>
              <a:buFont typeface="Arial" charset="0"/>
              <a:buNone/>
              <a:defRPr sz="2200" b="1">
                <a:solidFill>
                  <a:schemeClr val="bg1"/>
                </a:solidFill>
                <a:latin typeface="Arial" panose="020B0604020202020204" pitchFamily="34" charset="0"/>
                <a:cs typeface="Arial" panose="020B0604020202020204" pitchFamily="34" charset="0"/>
              </a:defRPr>
            </a:lvl1pPr>
            <a:lvl2pPr>
              <a:lnSpc>
                <a:spcPct val="110000"/>
              </a:lnSpc>
              <a:spcBef>
                <a:spcPts val="600"/>
              </a:spcBef>
              <a:spcAft>
                <a:spcPts val="600"/>
              </a:spcAft>
              <a:defRPr sz="1800">
                <a:solidFill>
                  <a:srgbClr val="626254"/>
                </a:solidFill>
                <a:latin typeface="Arial" panose="020B0604020202020204" pitchFamily="34" charset="0"/>
                <a:cs typeface="Arial" panose="020B0604020202020204" pitchFamily="34" charset="0"/>
              </a:defRPr>
            </a:lvl2pPr>
            <a:lvl3pPr>
              <a:defRPr>
                <a:solidFill>
                  <a:srgbClr val="626254"/>
                </a:solidFill>
              </a:defRPr>
            </a:lvl3pPr>
            <a:lvl4pPr>
              <a:defRPr>
                <a:solidFill>
                  <a:srgbClr val="626254"/>
                </a:solidFill>
              </a:defRPr>
            </a:lvl4pPr>
            <a:lvl5pPr>
              <a:defRPr>
                <a:solidFill>
                  <a:srgbClr val="626254"/>
                </a:solidFill>
              </a:defRPr>
            </a:lvl5pPr>
          </a:lstStyle>
          <a:p>
            <a:pPr lvl="0"/>
            <a:r>
              <a:rPr lang="de-DE"/>
              <a:t>X.X</a:t>
            </a:r>
          </a:p>
          <a:p>
            <a:pPr lvl="0"/>
            <a:endParaRPr lang="de-DE"/>
          </a:p>
        </p:txBody>
      </p:sp>
      <p:sp>
        <p:nvSpPr>
          <p:cNvPr id="16" name="Textplatzhalter 13">
            <a:extLst>
              <a:ext uri="{FF2B5EF4-FFF2-40B4-BE49-F238E27FC236}">
                <a16:creationId xmlns:a16="http://schemas.microsoft.com/office/drawing/2014/main" id="{FEF38A21-C6DC-486B-8D48-C12F5AD33614}"/>
              </a:ext>
            </a:extLst>
          </p:cNvPr>
          <p:cNvSpPr txBox="1">
            <a:spLocks/>
          </p:cNvSpPr>
          <p:nvPr userDrawn="1"/>
        </p:nvSpPr>
        <p:spPr>
          <a:xfrm>
            <a:off x="784115" y="6478805"/>
            <a:ext cx="2203015" cy="156936"/>
          </a:xfrm>
          <a:prstGeom prst="rect">
            <a:avLst/>
          </a:prstGeom>
        </p:spPr>
        <p:txBody>
          <a:bodyPr lIns="0" tIns="0" rIns="0" bIns="0" anchor="b"/>
          <a:lstStyle>
            <a:lvl1pPr marL="0" indent="0" algn="l" defTabSz="914400" rtl="0" eaLnBrk="1" latinLnBrk="0" hangingPunct="1">
              <a:lnSpc>
                <a:spcPct val="90000"/>
              </a:lnSpc>
              <a:spcBef>
                <a:spcPts val="1000"/>
              </a:spcBef>
              <a:buFont typeface="Arial" panose="020B0604020202020204" pitchFamily="34" charset="0"/>
              <a:buNone/>
              <a:defRPr sz="1000" kern="1200">
                <a:solidFill>
                  <a:srgbClr val="626254"/>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B575FACC-40E9-DA4B-952F-1C2D0A68B874}" type="slidenum">
              <a:rPr lang="de-DE" sz="1000" smtClean="0">
                <a:latin typeface="Arial" panose="020B0604020202020204" pitchFamily="34" charset="0"/>
                <a:cs typeface="Arial" panose="020B0604020202020204" pitchFamily="34" charset="0"/>
              </a:rPr>
              <a:pPr/>
              <a:t>‹#›</a:t>
            </a:fld>
            <a:endParaRPr lang="de-DE" sz="1000">
              <a:latin typeface="Arial" panose="020B0604020202020204" pitchFamily="34" charset="0"/>
              <a:cs typeface="Arial" panose="020B0604020202020204" pitchFamily="34" charset="0"/>
            </a:endParaRPr>
          </a:p>
        </p:txBody>
      </p:sp>
      <p:pic>
        <p:nvPicPr>
          <p:cNvPr id="11" name="Graphic 10" descr="High voltage with solid fill">
            <a:extLst>
              <a:ext uri="{FF2B5EF4-FFF2-40B4-BE49-F238E27FC236}">
                <a16:creationId xmlns:a16="http://schemas.microsoft.com/office/drawing/2014/main" id="{D8C9AAFA-4075-7769-1387-83E4F308AF6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831255" y="627864"/>
            <a:ext cx="766705" cy="766705"/>
          </a:xfrm>
          <a:prstGeom prst="rect">
            <a:avLst/>
          </a:prstGeom>
        </p:spPr>
      </p:pic>
    </p:spTree>
    <p:extLst>
      <p:ext uri="{BB962C8B-B14F-4D97-AF65-F5344CB8AC3E}">
        <p14:creationId xmlns:p14="http://schemas.microsoft.com/office/powerpoint/2010/main" val="24851519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Spotlight V3">
    <p:spTree>
      <p:nvGrpSpPr>
        <p:cNvPr id="1" name=""/>
        <p:cNvGrpSpPr/>
        <p:nvPr/>
      </p:nvGrpSpPr>
      <p:grpSpPr>
        <a:xfrm>
          <a:off x="0" y="0"/>
          <a:ext cx="0" cy="0"/>
          <a:chOff x="0" y="0"/>
          <a:chExt cx="0" cy="0"/>
        </a:xfrm>
      </p:grpSpPr>
      <p:sp>
        <p:nvSpPr>
          <p:cNvPr id="8" name="Rechtwinkliges Dreieck 7">
            <a:extLst>
              <a:ext uri="{FF2B5EF4-FFF2-40B4-BE49-F238E27FC236}">
                <a16:creationId xmlns:a16="http://schemas.microsoft.com/office/drawing/2014/main" id="{E2AB53BE-F7D3-7535-5034-565F3FA59D45}"/>
              </a:ext>
            </a:extLst>
          </p:cNvPr>
          <p:cNvSpPr/>
          <p:nvPr userDrawn="1"/>
        </p:nvSpPr>
        <p:spPr>
          <a:xfrm rot="5400000" flipH="1">
            <a:off x="-2195363" y="2184594"/>
            <a:ext cx="6858000" cy="2488811"/>
          </a:xfrm>
          <a:prstGeom prst="rtTriangle">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Gleichschenkliges Dreieck 8">
            <a:extLst>
              <a:ext uri="{FF2B5EF4-FFF2-40B4-BE49-F238E27FC236}">
                <a16:creationId xmlns:a16="http://schemas.microsoft.com/office/drawing/2014/main" id="{AAA0A1F3-698E-6307-A9ED-3A7767DA4E20}"/>
              </a:ext>
            </a:extLst>
          </p:cNvPr>
          <p:cNvSpPr/>
          <p:nvPr userDrawn="1"/>
        </p:nvSpPr>
        <p:spPr>
          <a:xfrm rot="16200000">
            <a:off x="7800428" y="2495647"/>
            <a:ext cx="6518786" cy="2251391"/>
          </a:xfrm>
          <a:prstGeom prst="triangle">
            <a:avLst>
              <a:gd name="adj" fmla="val 17575"/>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30" name="Gruppieren 29">
            <a:extLst>
              <a:ext uri="{FF2B5EF4-FFF2-40B4-BE49-F238E27FC236}">
                <a16:creationId xmlns:a16="http://schemas.microsoft.com/office/drawing/2014/main" id="{71336DAB-CBBA-1C2C-4A97-E96F86D219D1}"/>
              </a:ext>
            </a:extLst>
          </p:cNvPr>
          <p:cNvGrpSpPr/>
          <p:nvPr userDrawn="1"/>
        </p:nvGrpSpPr>
        <p:grpSpPr>
          <a:xfrm>
            <a:off x="1785000" y="570208"/>
            <a:ext cx="8622000" cy="5559025"/>
            <a:chOff x="1281501" y="849505"/>
            <a:chExt cx="9004875" cy="4774935"/>
          </a:xfrm>
        </p:grpSpPr>
        <p:grpSp>
          <p:nvGrpSpPr>
            <p:cNvPr id="19" name="Gruppieren 18">
              <a:extLst>
                <a:ext uri="{FF2B5EF4-FFF2-40B4-BE49-F238E27FC236}">
                  <a16:creationId xmlns:a16="http://schemas.microsoft.com/office/drawing/2014/main" id="{20108AE8-2B6F-C1B6-09D4-BD534A9DF9A9}"/>
                </a:ext>
              </a:extLst>
            </p:cNvPr>
            <p:cNvGrpSpPr/>
            <p:nvPr userDrawn="1"/>
          </p:nvGrpSpPr>
          <p:grpSpPr>
            <a:xfrm>
              <a:off x="1281501" y="849505"/>
              <a:ext cx="9004875" cy="4774935"/>
              <a:chOff x="1000730" y="266337"/>
              <a:chExt cx="10369515" cy="6447449"/>
            </a:xfrm>
          </p:grpSpPr>
          <p:sp>
            <p:nvSpPr>
              <p:cNvPr id="20" name="Rechteck: abgerundete Ecken 19">
                <a:extLst>
                  <a:ext uri="{FF2B5EF4-FFF2-40B4-BE49-F238E27FC236}">
                    <a16:creationId xmlns:a16="http://schemas.microsoft.com/office/drawing/2014/main" id="{1E8B3031-0216-4676-3FF0-F10CE51DD7E2}"/>
                  </a:ext>
                </a:extLst>
              </p:cNvPr>
              <p:cNvSpPr/>
              <p:nvPr/>
            </p:nvSpPr>
            <p:spPr>
              <a:xfrm>
                <a:off x="1000730" y="266337"/>
                <a:ext cx="4663035" cy="2172854"/>
              </a:xfrm>
              <a:prstGeom prst="roundRect">
                <a:avLst/>
              </a:prstGeom>
              <a:solidFill>
                <a:srgbClr val="FFF2CC"/>
              </a:solid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abgerundete Ecken 20">
                <a:extLst>
                  <a:ext uri="{FF2B5EF4-FFF2-40B4-BE49-F238E27FC236}">
                    <a16:creationId xmlns:a16="http://schemas.microsoft.com/office/drawing/2014/main" id="{E103CEA8-D845-D38E-9CA8-3987BF3AA15B}"/>
                  </a:ext>
                </a:extLst>
              </p:cNvPr>
              <p:cNvSpPr/>
              <p:nvPr/>
            </p:nvSpPr>
            <p:spPr>
              <a:xfrm>
                <a:off x="1000730" y="1358780"/>
                <a:ext cx="10369515" cy="5355006"/>
              </a:xfrm>
              <a:prstGeom prst="roundRect">
                <a:avLst>
                  <a:gd name="adj" fmla="val 5528"/>
                </a:avLst>
              </a:prstGeom>
              <a:solidFill>
                <a:schemeClr val="bg1"/>
              </a:solid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de-DE" sz="1400">
                  <a:solidFill>
                    <a:schemeClr val="tx1"/>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22" name="Textfeld 21">
                <a:extLst>
                  <a:ext uri="{FF2B5EF4-FFF2-40B4-BE49-F238E27FC236}">
                    <a16:creationId xmlns:a16="http://schemas.microsoft.com/office/drawing/2014/main" id="{FFDA0393-B6E7-F4BD-455F-75FF076B436C}"/>
                  </a:ext>
                </a:extLst>
              </p:cNvPr>
              <p:cNvSpPr txBox="1"/>
              <p:nvPr/>
            </p:nvSpPr>
            <p:spPr>
              <a:xfrm>
                <a:off x="2210227" y="558146"/>
                <a:ext cx="3463721" cy="535447"/>
              </a:xfrm>
              <a:prstGeom prst="rect">
                <a:avLst/>
              </a:prstGeom>
              <a:noFill/>
            </p:spPr>
            <p:txBody>
              <a:bodyPr wrap="square" rtlCol="0">
                <a:spAutoFit/>
              </a:bodyPr>
              <a:lstStyle/>
              <a:p>
                <a:r>
                  <a:rPr lang="de-DE" sz="2400" b="1">
                    <a:solidFill>
                      <a:schemeClr val="tx1"/>
                    </a:solidFill>
                    <a:latin typeface="Arial" panose="020B0604020202020204" pitchFamily="34" charset="0"/>
                    <a:cs typeface="Arial" panose="020B0604020202020204" pitchFamily="34" charset="0"/>
                  </a:rPr>
                  <a:t>Spotlight</a:t>
                </a:r>
              </a:p>
            </p:txBody>
          </p:sp>
        </p:grpSp>
        <p:grpSp>
          <p:nvGrpSpPr>
            <p:cNvPr id="27" name="Gruppieren 26">
              <a:extLst>
                <a:ext uri="{FF2B5EF4-FFF2-40B4-BE49-F238E27FC236}">
                  <a16:creationId xmlns:a16="http://schemas.microsoft.com/office/drawing/2014/main" id="{A90D8C62-0F2B-6CB1-D4D2-B10FD6C41FCF}"/>
                </a:ext>
              </a:extLst>
            </p:cNvPr>
            <p:cNvGrpSpPr/>
            <p:nvPr userDrawn="1"/>
          </p:nvGrpSpPr>
          <p:grpSpPr>
            <a:xfrm>
              <a:off x="1540325" y="916689"/>
              <a:ext cx="780182" cy="689712"/>
              <a:chOff x="4584279" y="2594223"/>
              <a:chExt cx="2947740" cy="2947837"/>
            </a:xfrm>
            <a:solidFill>
              <a:schemeClr val="bg1"/>
            </a:solidFill>
          </p:grpSpPr>
          <p:pic>
            <p:nvPicPr>
              <p:cNvPr id="28" name="Grafik 27" descr="Straßenlicht Silhouette">
                <a:extLst>
                  <a:ext uri="{FF2B5EF4-FFF2-40B4-BE49-F238E27FC236}">
                    <a16:creationId xmlns:a16="http://schemas.microsoft.com/office/drawing/2014/main" id="{C40F6EFC-BA7E-878D-86BC-92E5B0B2748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584279" y="2594223"/>
                <a:ext cx="2947740" cy="2887800"/>
              </a:xfrm>
              <a:prstGeom prst="rect">
                <a:avLst/>
              </a:prstGeom>
            </p:spPr>
          </p:pic>
          <p:pic>
            <p:nvPicPr>
              <p:cNvPr id="29" name="Grafik 28" descr="Informationen mit einfarbiger Füllung">
                <a:extLst>
                  <a:ext uri="{FF2B5EF4-FFF2-40B4-BE49-F238E27FC236}">
                    <a16:creationId xmlns:a16="http://schemas.microsoft.com/office/drawing/2014/main" id="{ABFA9EC8-FE7B-BE77-05C2-B050A097FC3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833390" y="4018311"/>
                <a:ext cx="1523752" cy="1523749"/>
              </a:xfrm>
              <a:prstGeom prst="rect">
                <a:avLst/>
              </a:prstGeom>
            </p:spPr>
          </p:pic>
        </p:grpSp>
      </p:grpSp>
      <p:sp>
        <p:nvSpPr>
          <p:cNvPr id="2" name="Content Placeholder 2">
            <a:extLst>
              <a:ext uri="{FF2B5EF4-FFF2-40B4-BE49-F238E27FC236}">
                <a16:creationId xmlns:a16="http://schemas.microsoft.com/office/drawing/2014/main" id="{0CD08E85-457A-FB63-889C-9FBD8EF0AEB9}"/>
              </a:ext>
            </a:extLst>
          </p:cNvPr>
          <p:cNvSpPr>
            <a:spLocks noGrp="1"/>
          </p:cNvSpPr>
          <p:nvPr>
            <p:ph idx="10" hasCustomPrompt="1"/>
          </p:nvPr>
        </p:nvSpPr>
        <p:spPr>
          <a:xfrm rot="16200000">
            <a:off x="-1731859" y="3601246"/>
            <a:ext cx="4683533" cy="372441"/>
          </a:xfrm>
          <a:prstGeom prst="rect">
            <a:avLst/>
          </a:prstGeom>
        </p:spPr>
        <p:txBody>
          <a:bodyPr lIns="0" tIns="0" rIns="0" bIns="0" numCol="1"/>
          <a:lstStyle>
            <a:lvl1pPr marL="0" indent="0" algn="l">
              <a:lnSpc>
                <a:spcPct val="100000"/>
              </a:lnSpc>
              <a:spcBef>
                <a:spcPts val="1000"/>
              </a:spcBef>
              <a:spcAft>
                <a:spcPts val="0"/>
              </a:spcAft>
              <a:buNone/>
              <a:defRPr sz="1200" i="1">
                <a:solidFill>
                  <a:srgbClr val="626254"/>
                </a:solidFill>
                <a:latin typeface="Arial" panose="020B0604020202020204" pitchFamily="34" charset="0"/>
                <a:cs typeface="Arial" panose="020B0604020202020204" pitchFamily="34" charset="0"/>
              </a:defRPr>
            </a:lvl1pPr>
            <a:lvl2pPr>
              <a:defRPr>
                <a:solidFill>
                  <a:srgbClr val="626254"/>
                </a:solidFill>
              </a:defRPr>
            </a:lvl2pPr>
            <a:lvl3pPr>
              <a:defRPr>
                <a:solidFill>
                  <a:srgbClr val="626254"/>
                </a:solidFill>
              </a:defRPr>
            </a:lvl3pPr>
            <a:lvl4pPr>
              <a:defRPr>
                <a:solidFill>
                  <a:srgbClr val="626254"/>
                </a:solidFill>
              </a:defRPr>
            </a:lvl4pPr>
            <a:lvl5pPr>
              <a:defRPr>
                <a:solidFill>
                  <a:srgbClr val="626254"/>
                </a:solidFill>
              </a:defRPr>
            </a:lvl5pPr>
          </a:lstStyle>
          <a:p>
            <a:pPr lvl="0"/>
            <a:r>
              <a:rPr lang="de-DE" noProof="0"/>
              <a:t>Sources:</a:t>
            </a:r>
          </a:p>
        </p:txBody>
      </p:sp>
      <p:sp>
        <p:nvSpPr>
          <p:cNvPr id="3" name="Inhaltsplatzhalter 3">
            <a:extLst>
              <a:ext uri="{FF2B5EF4-FFF2-40B4-BE49-F238E27FC236}">
                <a16:creationId xmlns:a16="http://schemas.microsoft.com/office/drawing/2014/main" id="{3AB65F17-90F3-9B49-FDBC-928050AC80D4}"/>
              </a:ext>
            </a:extLst>
          </p:cNvPr>
          <p:cNvSpPr>
            <a:spLocks noGrp="1"/>
          </p:cNvSpPr>
          <p:nvPr>
            <p:ph idx="1"/>
          </p:nvPr>
        </p:nvSpPr>
        <p:spPr>
          <a:xfrm>
            <a:off x="1905000" y="1588881"/>
            <a:ext cx="8373533" cy="4447311"/>
          </a:xfrm>
          <a:prstGeom prst="rect">
            <a:avLst/>
          </a:prstGeom>
        </p:spPr>
        <p:txBody>
          <a:bodyPr/>
          <a:lstStyle>
            <a:lvl1pPr marL="0" indent="0">
              <a:lnSpc>
                <a:spcPct val="120000"/>
              </a:lnSpc>
              <a:spcBef>
                <a:spcPts val="0"/>
              </a:spcBef>
              <a:spcAft>
                <a:spcPts val="600"/>
              </a:spcAft>
              <a:buNone/>
              <a:defRPr sz="1800">
                <a:solidFill>
                  <a:srgbClr val="626254"/>
                </a:solidFill>
                <a:latin typeface="Arial" panose="020B0604020202020204" pitchFamily="34" charset="0"/>
                <a:cs typeface="Arial" panose="020B0604020202020204" pitchFamily="34" charset="0"/>
              </a:defRPr>
            </a:lvl1pPr>
          </a:lstStyle>
          <a:p>
            <a:endParaRPr lang="en-GB"/>
          </a:p>
        </p:txBody>
      </p:sp>
      <p:sp>
        <p:nvSpPr>
          <p:cNvPr id="18" name="Textplatzhalter 13">
            <a:extLst>
              <a:ext uri="{FF2B5EF4-FFF2-40B4-BE49-F238E27FC236}">
                <a16:creationId xmlns:a16="http://schemas.microsoft.com/office/drawing/2014/main" id="{7D98671D-1828-4A06-BF35-D35AB58A2C2A}"/>
              </a:ext>
            </a:extLst>
          </p:cNvPr>
          <p:cNvSpPr txBox="1">
            <a:spLocks/>
          </p:cNvSpPr>
          <p:nvPr userDrawn="1"/>
        </p:nvSpPr>
        <p:spPr>
          <a:xfrm>
            <a:off x="784115" y="6478805"/>
            <a:ext cx="2203015" cy="156936"/>
          </a:xfrm>
          <a:prstGeom prst="rect">
            <a:avLst/>
          </a:prstGeom>
        </p:spPr>
        <p:txBody>
          <a:bodyPr lIns="0" tIns="0" rIns="0" bIns="0" anchor="b"/>
          <a:lstStyle>
            <a:lvl1pPr marL="0" indent="0" algn="l" defTabSz="914400" rtl="0" eaLnBrk="1" latinLnBrk="0" hangingPunct="1">
              <a:lnSpc>
                <a:spcPct val="90000"/>
              </a:lnSpc>
              <a:spcBef>
                <a:spcPts val="1000"/>
              </a:spcBef>
              <a:buFont typeface="Arial" panose="020B0604020202020204" pitchFamily="34" charset="0"/>
              <a:buNone/>
              <a:defRPr sz="1000" kern="1200">
                <a:solidFill>
                  <a:srgbClr val="626254"/>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B575FACC-40E9-DA4B-952F-1C2D0A68B874}" type="slidenum">
              <a:rPr lang="de-DE" sz="1000" smtClean="0">
                <a:latin typeface="Arial" panose="020B0604020202020204" pitchFamily="34" charset="0"/>
                <a:cs typeface="Arial" panose="020B0604020202020204" pitchFamily="34" charset="0"/>
              </a:rPr>
              <a:pPr/>
              <a:t>‹#›</a:t>
            </a:fld>
            <a:endParaRPr lang="de-DE" sz="1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699134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Pause and Reflect V3">
    <p:bg>
      <p:bgPr>
        <a:solidFill>
          <a:schemeClr val="bg1">
            <a:lumMod val="95000"/>
          </a:schemeClr>
        </a:solidFill>
        <a:effectLst/>
      </p:bgPr>
    </p:bg>
    <p:spTree>
      <p:nvGrpSpPr>
        <p:cNvPr id="1" name=""/>
        <p:cNvGrpSpPr/>
        <p:nvPr/>
      </p:nvGrpSpPr>
      <p:grpSpPr>
        <a:xfrm>
          <a:off x="0" y="0"/>
          <a:ext cx="0" cy="0"/>
          <a:chOff x="0" y="0"/>
          <a:chExt cx="0" cy="0"/>
        </a:xfrm>
      </p:grpSpPr>
      <p:sp>
        <p:nvSpPr>
          <p:cNvPr id="15" name="Gleichschenkliges Dreieck 14">
            <a:extLst>
              <a:ext uri="{FF2B5EF4-FFF2-40B4-BE49-F238E27FC236}">
                <a16:creationId xmlns:a16="http://schemas.microsoft.com/office/drawing/2014/main" id="{A3287C44-6235-4892-A186-52778A2DEF7E}"/>
              </a:ext>
            </a:extLst>
          </p:cNvPr>
          <p:cNvSpPr/>
          <p:nvPr userDrawn="1"/>
        </p:nvSpPr>
        <p:spPr>
          <a:xfrm rot="16200000">
            <a:off x="7800428" y="2472911"/>
            <a:ext cx="6518786" cy="2251391"/>
          </a:xfrm>
          <a:prstGeom prst="triangle">
            <a:avLst>
              <a:gd name="adj" fmla="val 17575"/>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Rechtwinkliges Dreieck 15">
            <a:extLst>
              <a:ext uri="{FF2B5EF4-FFF2-40B4-BE49-F238E27FC236}">
                <a16:creationId xmlns:a16="http://schemas.microsoft.com/office/drawing/2014/main" id="{8D1B3958-92B7-4CA1-A59B-6C22DE4B4443}"/>
              </a:ext>
            </a:extLst>
          </p:cNvPr>
          <p:cNvSpPr/>
          <p:nvPr userDrawn="1"/>
        </p:nvSpPr>
        <p:spPr>
          <a:xfrm rot="5400000" flipH="1">
            <a:off x="-2195363" y="2184594"/>
            <a:ext cx="6858000" cy="2488811"/>
          </a:xfrm>
          <a:prstGeom prst="rtTriangle">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Content Placeholder 2">
            <a:extLst>
              <a:ext uri="{FF2B5EF4-FFF2-40B4-BE49-F238E27FC236}">
                <a16:creationId xmlns:a16="http://schemas.microsoft.com/office/drawing/2014/main" id="{8CB74184-1C57-4709-8B3E-6A63C0063307}"/>
              </a:ext>
            </a:extLst>
          </p:cNvPr>
          <p:cNvSpPr>
            <a:spLocks noGrp="1"/>
          </p:cNvSpPr>
          <p:nvPr>
            <p:ph idx="10" hasCustomPrompt="1"/>
          </p:nvPr>
        </p:nvSpPr>
        <p:spPr>
          <a:xfrm rot="16200000">
            <a:off x="-1243021" y="4097000"/>
            <a:ext cx="3737495" cy="372441"/>
          </a:xfrm>
          <a:prstGeom prst="rect">
            <a:avLst/>
          </a:prstGeom>
        </p:spPr>
        <p:txBody>
          <a:bodyPr lIns="0" tIns="0" rIns="0" bIns="0" numCol="1"/>
          <a:lstStyle>
            <a:lvl1pPr marL="0" indent="0">
              <a:lnSpc>
                <a:spcPct val="100000"/>
              </a:lnSpc>
              <a:spcBef>
                <a:spcPts val="1000"/>
              </a:spcBef>
              <a:spcAft>
                <a:spcPts val="0"/>
              </a:spcAft>
              <a:buNone/>
              <a:defRPr sz="1200" i="1">
                <a:solidFill>
                  <a:srgbClr val="626254"/>
                </a:solidFill>
                <a:latin typeface="Arial" panose="020B0604020202020204" pitchFamily="34" charset="0"/>
                <a:cs typeface="Arial" panose="020B0604020202020204" pitchFamily="34" charset="0"/>
              </a:defRPr>
            </a:lvl1pPr>
            <a:lvl2pPr>
              <a:defRPr>
                <a:solidFill>
                  <a:srgbClr val="626254"/>
                </a:solidFill>
              </a:defRPr>
            </a:lvl2pPr>
            <a:lvl3pPr>
              <a:defRPr>
                <a:solidFill>
                  <a:srgbClr val="626254"/>
                </a:solidFill>
              </a:defRPr>
            </a:lvl3pPr>
            <a:lvl4pPr>
              <a:defRPr>
                <a:solidFill>
                  <a:srgbClr val="626254"/>
                </a:solidFill>
              </a:defRPr>
            </a:lvl4pPr>
            <a:lvl5pPr>
              <a:defRPr>
                <a:solidFill>
                  <a:srgbClr val="626254"/>
                </a:solidFill>
              </a:defRPr>
            </a:lvl5pPr>
          </a:lstStyle>
          <a:p>
            <a:pPr lvl="0"/>
            <a:r>
              <a:rPr lang="de-DE"/>
              <a:t>Sources:</a:t>
            </a:r>
          </a:p>
        </p:txBody>
      </p:sp>
      <p:grpSp>
        <p:nvGrpSpPr>
          <p:cNvPr id="20" name="Gruppieren 19">
            <a:extLst>
              <a:ext uri="{FF2B5EF4-FFF2-40B4-BE49-F238E27FC236}">
                <a16:creationId xmlns:a16="http://schemas.microsoft.com/office/drawing/2014/main" id="{E6FAE3C0-3CE2-104A-33B9-84F0EF3DD207}"/>
              </a:ext>
            </a:extLst>
          </p:cNvPr>
          <p:cNvGrpSpPr/>
          <p:nvPr userDrawn="1"/>
        </p:nvGrpSpPr>
        <p:grpSpPr>
          <a:xfrm>
            <a:off x="1787007" y="570207"/>
            <a:ext cx="8617987" cy="5581761"/>
            <a:chOff x="1000730" y="266337"/>
            <a:chExt cx="10369515" cy="6447449"/>
          </a:xfrm>
        </p:grpSpPr>
        <p:sp>
          <p:nvSpPr>
            <p:cNvPr id="24" name="Rechteck: abgerundete Ecken 15">
              <a:extLst>
                <a:ext uri="{FF2B5EF4-FFF2-40B4-BE49-F238E27FC236}">
                  <a16:creationId xmlns:a16="http://schemas.microsoft.com/office/drawing/2014/main" id="{B1E32CCD-D52A-17A4-D01A-C0DB96CFF152}"/>
                </a:ext>
              </a:extLst>
            </p:cNvPr>
            <p:cNvSpPr/>
            <p:nvPr/>
          </p:nvSpPr>
          <p:spPr>
            <a:xfrm>
              <a:off x="1000732" y="266337"/>
              <a:ext cx="4665206" cy="2172854"/>
            </a:xfrm>
            <a:prstGeom prst="roundRect">
              <a:avLst/>
            </a:prstGeom>
            <a:solidFill>
              <a:schemeClr val="bg1"/>
            </a:solidFill>
            <a:ln w="381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5" name="Rechteck: abgerundete Ecken 16">
              <a:extLst>
                <a:ext uri="{FF2B5EF4-FFF2-40B4-BE49-F238E27FC236}">
                  <a16:creationId xmlns:a16="http://schemas.microsoft.com/office/drawing/2014/main" id="{AD982C14-35CE-5FD6-63AD-0C5AFA184BF1}"/>
                </a:ext>
              </a:extLst>
            </p:cNvPr>
            <p:cNvSpPr/>
            <p:nvPr/>
          </p:nvSpPr>
          <p:spPr>
            <a:xfrm>
              <a:off x="1000730" y="1358780"/>
              <a:ext cx="10369515" cy="5355006"/>
            </a:xfrm>
            <a:prstGeom prst="roundRect">
              <a:avLst>
                <a:gd name="adj" fmla="val 5528"/>
              </a:avLst>
            </a:prstGeom>
            <a:solidFill>
              <a:schemeClr val="bg1"/>
            </a:solidFill>
            <a:ln w="381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de-DE" sz="1400">
                <a:solidFill>
                  <a:schemeClr val="tx1"/>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26" name="Textfeld 25">
              <a:extLst>
                <a:ext uri="{FF2B5EF4-FFF2-40B4-BE49-F238E27FC236}">
                  <a16:creationId xmlns:a16="http://schemas.microsoft.com/office/drawing/2014/main" id="{01899610-E1E5-FD6D-4E4F-9A70B3F08846}"/>
                </a:ext>
              </a:extLst>
            </p:cNvPr>
            <p:cNvSpPr txBox="1"/>
            <p:nvPr/>
          </p:nvSpPr>
          <p:spPr>
            <a:xfrm>
              <a:off x="2217688" y="547235"/>
              <a:ext cx="3465334" cy="622204"/>
            </a:xfrm>
            <a:prstGeom prst="rect">
              <a:avLst/>
            </a:prstGeom>
            <a:noFill/>
          </p:spPr>
          <p:txBody>
            <a:bodyPr wrap="square" rtlCol="0">
              <a:spAutoFit/>
            </a:bodyPr>
            <a:lstStyle/>
            <a:p>
              <a:r>
                <a:rPr lang="en-US" sz="2400" b="1" noProof="0">
                  <a:solidFill>
                    <a:srgbClr val="626254"/>
                  </a:solidFill>
                  <a:latin typeface="Arial" panose="020B0604020202020204" pitchFamily="34" charset="0"/>
                  <a:cs typeface="Arial" panose="020B0604020202020204" pitchFamily="34" charset="0"/>
                </a:rPr>
                <a:t>Pause and Reflect</a:t>
              </a:r>
            </a:p>
          </p:txBody>
        </p:sp>
      </p:grpSp>
      <p:grpSp>
        <p:nvGrpSpPr>
          <p:cNvPr id="21" name="Gruppieren 20">
            <a:extLst>
              <a:ext uri="{FF2B5EF4-FFF2-40B4-BE49-F238E27FC236}">
                <a16:creationId xmlns:a16="http://schemas.microsoft.com/office/drawing/2014/main" id="{BC608B4C-6314-1133-312F-0F49E98B713A}"/>
              </a:ext>
            </a:extLst>
          </p:cNvPr>
          <p:cNvGrpSpPr/>
          <p:nvPr userDrawn="1"/>
        </p:nvGrpSpPr>
        <p:grpSpPr>
          <a:xfrm>
            <a:off x="2146144" y="636430"/>
            <a:ext cx="720000" cy="676800"/>
            <a:chOff x="-2600322" y="2558084"/>
            <a:chExt cx="2384207" cy="2324100"/>
          </a:xfrm>
        </p:grpSpPr>
        <p:pic>
          <p:nvPicPr>
            <p:cNvPr id="22" name="Grafik 21" descr="Aktualisieren Silhouette">
              <a:extLst>
                <a:ext uri="{FF2B5EF4-FFF2-40B4-BE49-F238E27FC236}">
                  <a16:creationId xmlns:a16="http://schemas.microsoft.com/office/drawing/2014/main" id="{A88DF770-7075-3D2E-1E76-7E7D6F5CCEC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00322" y="2558084"/>
              <a:ext cx="2384207" cy="2324100"/>
            </a:xfrm>
            <a:prstGeom prst="rect">
              <a:avLst/>
            </a:prstGeom>
          </p:spPr>
        </p:pic>
        <p:pic>
          <p:nvPicPr>
            <p:cNvPr id="23" name="Grafik 22" descr="Pause mit einfarbiger Füllung">
              <a:extLst>
                <a:ext uri="{FF2B5EF4-FFF2-40B4-BE49-F238E27FC236}">
                  <a16:creationId xmlns:a16="http://schemas.microsoft.com/office/drawing/2014/main" id="{5F13B1CA-7FF7-20B9-5038-05F0D0766CC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865419" y="3313855"/>
              <a:ext cx="914400" cy="914399"/>
            </a:xfrm>
            <a:prstGeom prst="rect">
              <a:avLst/>
            </a:prstGeom>
          </p:spPr>
        </p:pic>
      </p:grpSp>
      <p:sp>
        <p:nvSpPr>
          <p:cNvPr id="2" name="Inhaltsplatzhalter 3">
            <a:extLst>
              <a:ext uri="{FF2B5EF4-FFF2-40B4-BE49-F238E27FC236}">
                <a16:creationId xmlns:a16="http://schemas.microsoft.com/office/drawing/2014/main" id="{FDDD18A9-3D94-5BBD-5C71-7A7DBC046585}"/>
              </a:ext>
            </a:extLst>
          </p:cNvPr>
          <p:cNvSpPr>
            <a:spLocks noGrp="1"/>
          </p:cNvSpPr>
          <p:nvPr>
            <p:ph idx="1"/>
          </p:nvPr>
        </p:nvSpPr>
        <p:spPr>
          <a:xfrm>
            <a:off x="1905000" y="1628981"/>
            <a:ext cx="8373533" cy="4359068"/>
          </a:xfrm>
          <a:prstGeom prst="rect">
            <a:avLst/>
          </a:prstGeom>
        </p:spPr>
        <p:txBody>
          <a:bodyPr/>
          <a:lstStyle>
            <a:lvl1pPr marL="0" indent="0">
              <a:lnSpc>
                <a:spcPct val="120000"/>
              </a:lnSpc>
              <a:spcBef>
                <a:spcPts val="0"/>
              </a:spcBef>
              <a:spcAft>
                <a:spcPts val="600"/>
              </a:spcAft>
              <a:buNone/>
              <a:defRPr sz="1800">
                <a:solidFill>
                  <a:srgbClr val="626254"/>
                </a:solidFill>
                <a:latin typeface="Arial" panose="020B0604020202020204" pitchFamily="34" charset="0"/>
                <a:cs typeface="Arial" panose="020B0604020202020204" pitchFamily="34" charset="0"/>
              </a:defRPr>
            </a:lvl1pPr>
          </a:lstStyle>
          <a:p>
            <a:endParaRPr lang="en-GB"/>
          </a:p>
        </p:txBody>
      </p:sp>
      <p:sp>
        <p:nvSpPr>
          <p:cNvPr id="27" name="Textplatzhalter 13">
            <a:extLst>
              <a:ext uri="{FF2B5EF4-FFF2-40B4-BE49-F238E27FC236}">
                <a16:creationId xmlns:a16="http://schemas.microsoft.com/office/drawing/2014/main" id="{7AA64F00-6A6A-4B54-8317-250961A94E7C}"/>
              </a:ext>
            </a:extLst>
          </p:cNvPr>
          <p:cNvSpPr txBox="1">
            <a:spLocks/>
          </p:cNvSpPr>
          <p:nvPr userDrawn="1"/>
        </p:nvSpPr>
        <p:spPr>
          <a:xfrm>
            <a:off x="784115" y="6478805"/>
            <a:ext cx="2203015" cy="156936"/>
          </a:xfrm>
          <a:prstGeom prst="rect">
            <a:avLst/>
          </a:prstGeom>
        </p:spPr>
        <p:txBody>
          <a:bodyPr lIns="0" tIns="0" rIns="0" bIns="0" anchor="b"/>
          <a:lstStyle>
            <a:lvl1pPr marL="0" indent="0" algn="l" defTabSz="914400" rtl="0" eaLnBrk="1" latinLnBrk="0" hangingPunct="1">
              <a:lnSpc>
                <a:spcPct val="90000"/>
              </a:lnSpc>
              <a:spcBef>
                <a:spcPts val="1000"/>
              </a:spcBef>
              <a:buFont typeface="Arial" panose="020B0604020202020204" pitchFamily="34" charset="0"/>
              <a:buNone/>
              <a:defRPr sz="1000" kern="1200">
                <a:solidFill>
                  <a:srgbClr val="626254"/>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B575FACC-40E9-DA4B-952F-1C2D0A68B874}" type="slidenum">
              <a:rPr lang="de-DE" sz="1000" smtClean="0">
                <a:latin typeface="Arial" panose="020B0604020202020204" pitchFamily="34" charset="0"/>
                <a:cs typeface="Arial" panose="020B0604020202020204" pitchFamily="34" charset="0"/>
              </a:rPr>
              <a:pPr/>
              <a:t>‹#›</a:t>
            </a:fld>
            <a:endParaRPr lang="de-DE" sz="1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438146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Link to Practice V3">
    <p:spTree>
      <p:nvGrpSpPr>
        <p:cNvPr id="1" name=""/>
        <p:cNvGrpSpPr/>
        <p:nvPr/>
      </p:nvGrpSpPr>
      <p:grpSpPr>
        <a:xfrm>
          <a:off x="0" y="0"/>
          <a:ext cx="0" cy="0"/>
          <a:chOff x="0" y="0"/>
          <a:chExt cx="0" cy="0"/>
        </a:xfrm>
      </p:grpSpPr>
      <p:sp>
        <p:nvSpPr>
          <p:cNvPr id="8" name="Rechtwinkliges Dreieck 7">
            <a:extLst>
              <a:ext uri="{FF2B5EF4-FFF2-40B4-BE49-F238E27FC236}">
                <a16:creationId xmlns:a16="http://schemas.microsoft.com/office/drawing/2014/main" id="{E2AB53BE-F7D3-7535-5034-565F3FA59D45}"/>
              </a:ext>
            </a:extLst>
          </p:cNvPr>
          <p:cNvSpPr/>
          <p:nvPr userDrawn="1"/>
        </p:nvSpPr>
        <p:spPr>
          <a:xfrm rot="5400000" flipH="1">
            <a:off x="-2195363" y="2184594"/>
            <a:ext cx="6858000" cy="2488811"/>
          </a:xfrm>
          <a:prstGeom prst="rtTriangle">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Gleichschenkliges Dreieck 8">
            <a:extLst>
              <a:ext uri="{FF2B5EF4-FFF2-40B4-BE49-F238E27FC236}">
                <a16:creationId xmlns:a16="http://schemas.microsoft.com/office/drawing/2014/main" id="{AAA0A1F3-698E-6307-A9ED-3A7767DA4E20}"/>
              </a:ext>
            </a:extLst>
          </p:cNvPr>
          <p:cNvSpPr/>
          <p:nvPr userDrawn="1"/>
        </p:nvSpPr>
        <p:spPr>
          <a:xfrm rot="16200000">
            <a:off x="7800428" y="2472911"/>
            <a:ext cx="6518786" cy="2251391"/>
          </a:xfrm>
          <a:prstGeom prst="triangle">
            <a:avLst>
              <a:gd name="adj" fmla="val 17575"/>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11" name="Gruppieren 10">
            <a:extLst>
              <a:ext uri="{FF2B5EF4-FFF2-40B4-BE49-F238E27FC236}">
                <a16:creationId xmlns:a16="http://schemas.microsoft.com/office/drawing/2014/main" id="{DC0CB7AB-3FFC-A9CE-F488-80B912EF2F39}"/>
              </a:ext>
            </a:extLst>
          </p:cNvPr>
          <p:cNvGrpSpPr/>
          <p:nvPr userDrawn="1"/>
        </p:nvGrpSpPr>
        <p:grpSpPr>
          <a:xfrm>
            <a:off x="1785000" y="569843"/>
            <a:ext cx="8622000" cy="5582126"/>
            <a:chOff x="1000730" y="266336"/>
            <a:chExt cx="10369515" cy="6450732"/>
          </a:xfrm>
        </p:grpSpPr>
        <p:sp>
          <p:nvSpPr>
            <p:cNvPr id="12" name="Rechteck: abgerundete Ecken 11">
              <a:extLst>
                <a:ext uri="{FF2B5EF4-FFF2-40B4-BE49-F238E27FC236}">
                  <a16:creationId xmlns:a16="http://schemas.microsoft.com/office/drawing/2014/main" id="{4B729AE5-47F2-D94F-8AA2-5833836DB5EF}"/>
                </a:ext>
              </a:extLst>
            </p:cNvPr>
            <p:cNvSpPr/>
            <p:nvPr/>
          </p:nvSpPr>
          <p:spPr>
            <a:xfrm>
              <a:off x="1000731" y="266336"/>
              <a:ext cx="4663035" cy="2173461"/>
            </a:xfrm>
            <a:prstGeom prst="roundRect">
              <a:avLst/>
            </a:prstGeom>
            <a:solidFill>
              <a:srgbClr val="F2F2F2"/>
            </a:solidFill>
            <a:ln w="3810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Rechteck: abgerundete Ecken 12">
              <a:extLst>
                <a:ext uri="{FF2B5EF4-FFF2-40B4-BE49-F238E27FC236}">
                  <a16:creationId xmlns:a16="http://schemas.microsoft.com/office/drawing/2014/main" id="{1D9CD727-8271-7D50-DB60-89FA22AFF49D}"/>
                </a:ext>
              </a:extLst>
            </p:cNvPr>
            <p:cNvSpPr/>
            <p:nvPr/>
          </p:nvSpPr>
          <p:spPr>
            <a:xfrm>
              <a:off x="1000730" y="1358781"/>
              <a:ext cx="10369515" cy="5358287"/>
            </a:xfrm>
            <a:prstGeom prst="roundRect">
              <a:avLst>
                <a:gd name="adj" fmla="val 5528"/>
              </a:avLst>
            </a:prstGeom>
            <a:solidFill>
              <a:schemeClr val="bg1"/>
            </a:solidFill>
            <a:ln w="3810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de-DE" sz="1400">
                <a:solidFill>
                  <a:schemeClr val="tx1"/>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14" name="Textfeld 13">
              <a:extLst>
                <a:ext uri="{FF2B5EF4-FFF2-40B4-BE49-F238E27FC236}">
                  <a16:creationId xmlns:a16="http://schemas.microsoft.com/office/drawing/2014/main" id="{5E5C05A7-14C2-4BF9-039B-55D3A3A0F8D5}"/>
                </a:ext>
              </a:extLst>
            </p:cNvPr>
            <p:cNvSpPr txBox="1"/>
            <p:nvPr/>
          </p:nvSpPr>
          <p:spPr>
            <a:xfrm>
              <a:off x="2217468" y="547114"/>
              <a:ext cx="3463721" cy="622378"/>
            </a:xfrm>
            <a:prstGeom prst="rect">
              <a:avLst/>
            </a:prstGeom>
            <a:noFill/>
            <a:ln>
              <a:noFill/>
            </a:ln>
          </p:spPr>
          <p:txBody>
            <a:bodyPr wrap="square" rtlCol="0">
              <a:spAutoFit/>
            </a:bodyPr>
            <a:lstStyle/>
            <a:p>
              <a:r>
                <a:rPr lang="en-GB" sz="2400" b="1" noProof="0">
                  <a:solidFill>
                    <a:schemeClr val="bg1">
                      <a:lumMod val="50000"/>
                    </a:schemeClr>
                  </a:solidFill>
                  <a:latin typeface="Arial" panose="020B0604020202020204" pitchFamily="34" charset="0"/>
                  <a:cs typeface="Arial" panose="020B0604020202020204" pitchFamily="34" charset="0"/>
                </a:rPr>
                <a:t>Link to practice</a:t>
              </a:r>
            </a:p>
          </p:txBody>
        </p:sp>
      </p:grpSp>
      <p:pic>
        <p:nvPicPr>
          <p:cNvPr id="4" name="Grafik 3" descr="Link mit einfarbiger Füllung">
            <a:extLst>
              <a:ext uri="{FF2B5EF4-FFF2-40B4-BE49-F238E27FC236}">
                <a16:creationId xmlns:a16="http://schemas.microsoft.com/office/drawing/2014/main" id="{A6C8FB57-5CA6-E739-7F7F-834CB1A46FA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177197" y="633663"/>
            <a:ext cx="645833" cy="649050"/>
          </a:xfrm>
          <a:prstGeom prst="rect">
            <a:avLst/>
          </a:prstGeom>
        </p:spPr>
      </p:pic>
      <p:sp>
        <p:nvSpPr>
          <p:cNvPr id="5" name="Content Placeholder 2">
            <a:extLst>
              <a:ext uri="{FF2B5EF4-FFF2-40B4-BE49-F238E27FC236}">
                <a16:creationId xmlns:a16="http://schemas.microsoft.com/office/drawing/2014/main" id="{5656F360-CE8E-206A-42B0-931536EA4BC4}"/>
              </a:ext>
            </a:extLst>
          </p:cNvPr>
          <p:cNvSpPr>
            <a:spLocks noGrp="1"/>
          </p:cNvSpPr>
          <p:nvPr>
            <p:ph idx="10" hasCustomPrompt="1"/>
          </p:nvPr>
        </p:nvSpPr>
        <p:spPr>
          <a:xfrm rot="16200000">
            <a:off x="-1091485" y="4288028"/>
            <a:ext cx="3355442" cy="372441"/>
          </a:xfrm>
          <a:prstGeom prst="rect">
            <a:avLst/>
          </a:prstGeom>
        </p:spPr>
        <p:txBody>
          <a:bodyPr lIns="0" tIns="0" rIns="0" bIns="0" numCol="1"/>
          <a:lstStyle>
            <a:lvl1pPr marL="0" indent="0">
              <a:lnSpc>
                <a:spcPct val="120000"/>
              </a:lnSpc>
              <a:spcBef>
                <a:spcPts val="1000"/>
              </a:spcBef>
              <a:spcAft>
                <a:spcPts val="0"/>
              </a:spcAft>
              <a:buNone/>
              <a:defRPr sz="1200" i="1">
                <a:solidFill>
                  <a:srgbClr val="626254"/>
                </a:solidFill>
                <a:latin typeface="Arial" panose="020B0604020202020204" pitchFamily="34" charset="0"/>
                <a:cs typeface="Arial" panose="020B0604020202020204" pitchFamily="34" charset="0"/>
              </a:defRPr>
            </a:lvl1pPr>
            <a:lvl2pPr>
              <a:defRPr>
                <a:solidFill>
                  <a:srgbClr val="626254"/>
                </a:solidFill>
              </a:defRPr>
            </a:lvl2pPr>
            <a:lvl3pPr>
              <a:defRPr>
                <a:solidFill>
                  <a:srgbClr val="626254"/>
                </a:solidFill>
              </a:defRPr>
            </a:lvl3pPr>
            <a:lvl4pPr>
              <a:defRPr>
                <a:solidFill>
                  <a:srgbClr val="626254"/>
                </a:solidFill>
              </a:defRPr>
            </a:lvl4pPr>
            <a:lvl5pPr>
              <a:defRPr>
                <a:solidFill>
                  <a:srgbClr val="626254"/>
                </a:solidFill>
              </a:defRPr>
            </a:lvl5pPr>
          </a:lstStyle>
          <a:p>
            <a:pPr lvl="0"/>
            <a:r>
              <a:rPr lang="de-DE"/>
              <a:t>Sources:</a:t>
            </a:r>
          </a:p>
        </p:txBody>
      </p:sp>
      <p:sp>
        <p:nvSpPr>
          <p:cNvPr id="2" name="Inhaltsplatzhalter 3">
            <a:extLst>
              <a:ext uri="{FF2B5EF4-FFF2-40B4-BE49-F238E27FC236}">
                <a16:creationId xmlns:a16="http://schemas.microsoft.com/office/drawing/2014/main" id="{A98770A5-1C18-D624-EEBF-E770CF1BEA65}"/>
              </a:ext>
            </a:extLst>
          </p:cNvPr>
          <p:cNvSpPr>
            <a:spLocks noGrp="1"/>
          </p:cNvSpPr>
          <p:nvPr>
            <p:ph idx="1"/>
          </p:nvPr>
        </p:nvSpPr>
        <p:spPr>
          <a:xfrm>
            <a:off x="1905000" y="1666801"/>
            <a:ext cx="8373533" cy="4416184"/>
          </a:xfrm>
          <a:prstGeom prst="rect">
            <a:avLst/>
          </a:prstGeom>
        </p:spPr>
        <p:txBody>
          <a:bodyPr/>
          <a:lstStyle>
            <a:lvl1pPr marL="0" indent="0">
              <a:lnSpc>
                <a:spcPct val="120000"/>
              </a:lnSpc>
              <a:spcBef>
                <a:spcPts val="0"/>
              </a:spcBef>
              <a:spcAft>
                <a:spcPts val="600"/>
              </a:spcAft>
              <a:buNone/>
              <a:defRPr sz="1800">
                <a:solidFill>
                  <a:srgbClr val="626254"/>
                </a:solidFill>
                <a:latin typeface="Arial" panose="020B0604020202020204" pitchFamily="34" charset="0"/>
                <a:cs typeface="Arial" panose="020B0604020202020204" pitchFamily="34" charset="0"/>
              </a:defRPr>
            </a:lvl1pPr>
          </a:lstStyle>
          <a:p>
            <a:endParaRPr lang="en-GB"/>
          </a:p>
        </p:txBody>
      </p:sp>
      <p:sp>
        <p:nvSpPr>
          <p:cNvPr id="19" name="Textplatzhalter 13">
            <a:extLst>
              <a:ext uri="{FF2B5EF4-FFF2-40B4-BE49-F238E27FC236}">
                <a16:creationId xmlns:a16="http://schemas.microsoft.com/office/drawing/2014/main" id="{33012B76-46B2-486C-B73C-603802681206}"/>
              </a:ext>
            </a:extLst>
          </p:cNvPr>
          <p:cNvSpPr txBox="1">
            <a:spLocks/>
          </p:cNvSpPr>
          <p:nvPr userDrawn="1"/>
        </p:nvSpPr>
        <p:spPr>
          <a:xfrm>
            <a:off x="784115" y="6478805"/>
            <a:ext cx="2203015" cy="156936"/>
          </a:xfrm>
          <a:prstGeom prst="rect">
            <a:avLst/>
          </a:prstGeom>
        </p:spPr>
        <p:txBody>
          <a:bodyPr lIns="0" tIns="0" rIns="0" bIns="0" anchor="b"/>
          <a:lstStyle>
            <a:lvl1pPr marL="0" indent="0" algn="l" defTabSz="914400" rtl="0" eaLnBrk="1" latinLnBrk="0" hangingPunct="1">
              <a:lnSpc>
                <a:spcPct val="90000"/>
              </a:lnSpc>
              <a:spcBef>
                <a:spcPts val="1000"/>
              </a:spcBef>
              <a:buFont typeface="Arial" panose="020B0604020202020204" pitchFamily="34" charset="0"/>
              <a:buNone/>
              <a:defRPr sz="1000" kern="1200">
                <a:solidFill>
                  <a:srgbClr val="626254"/>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B575FACC-40E9-DA4B-952F-1C2D0A68B874}" type="slidenum">
              <a:rPr lang="de-DE" sz="1000" smtClean="0">
                <a:latin typeface="Arial" panose="020B0604020202020204" pitchFamily="34" charset="0"/>
                <a:cs typeface="Arial" panose="020B0604020202020204" pitchFamily="34" charset="0"/>
              </a:rPr>
              <a:pPr/>
              <a:t>‹#›</a:t>
            </a:fld>
            <a:endParaRPr lang="de-DE" sz="1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210535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Link to Practice V3">
    <p:spTree>
      <p:nvGrpSpPr>
        <p:cNvPr id="1" name=""/>
        <p:cNvGrpSpPr/>
        <p:nvPr/>
      </p:nvGrpSpPr>
      <p:grpSpPr>
        <a:xfrm>
          <a:off x="0" y="0"/>
          <a:ext cx="0" cy="0"/>
          <a:chOff x="0" y="0"/>
          <a:chExt cx="0" cy="0"/>
        </a:xfrm>
      </p:grpSpPr>
      <p:sp>
        <p:nvSpPr>
          <p:cNvPr id="8" name="Rechtwinkliges Dreieck 7">
            <a:extLst>
              <a:ext uri="{FF2B5EF4-FFF2-40B4-BE49-F238E27FC236}">
                <a16:creationId xmlns:a16="http://schemas.microsoft.com/office/drawing/2014/main" id="{E2AB53BE-F7D3-7535-5034-565F3FA59D45}"/>
              </a:ext>
            </a:extLst>
          </p:cNvPr>
          <p:cNvSpPr/>
          <p:nvPr userDrawn="1"/>
        </p:nvSpPr>
        <p:spPr>
          <a:xfrm rot="5400000" flipH="1">
            <a:off x="-2195363" y="2184594"/>
            <a:ext cx="6858000" cy="2488811"/>
          </a:xfrm>
          <a:prstGeom prst="rtTriangle">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Gleichschenkliges Dreieck 8">
            <a:extLst>
              <a:ext uri="{FF2B5EF4-FFF2-40B4-BE49-F238E27FC236}">
                <a16:creationId xmlns:a16="http://schemas.microsoft.com/office/drawing/2014/main" id="{AAA0A1F3-698E-6307-A9ED-3A7767DA4E20}"/>
              </a:ext>
            </a:extLst>
          </p:cNvPr>
          <p:cNvSpPr/>
          <p:nvPr userDrawn="1"/>
        </p:nvSpPr>
        <p:spPr>
          <a:xfrm rot="16200000">
            <a:off x="7800428" y="2472911"/>
            <a:ext cx="6518786" cy="2251391"/>
          </a:xfrm>
          <a:prstGeom prst="triangle">
            <a:avLst>
              <a:gd name="adj" fmla="val 17575"/>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11" name="Gruppieren 10">
            <a:extLst>
              <a:ext uri="{FF2B5EF4-FFF2-40B4-BE49-F238E27FC236}">
                <a16:creationId xmlns:a16="http://schemas.microsoft.com/office/drawing/2014/main" id="{DC0CB7AB-3FFC-A9CE-F488-80B912EF2F39}"/>
              </a:ext>
            </a:extLst>
          </p:cNvPr>
          <p:cNvGrpSpPr/>
          <p:nvPr userDrawn="1"/>
        </p:nvGrpSpPr>
        <p:grpSpPr>
          <a:xfrm>
            <a:off x="1785000" y="569843"/>
            <a:ext cx="8622000" cy="5582126"/>
            <a:chOff x="1000730" y="266336"/>
            <a:chExt cx="10369515" cy="6450732"/>
          </a:xfrm>
        </p:grpSpPr>
        <p:sp>
          <p:nvSpPr>
            <p:cNvPr id="12" name="Rechteck: abgerundete Ecken 11">
              <a:extLst>
                <a:ext uri="{FF2B5EF4-FFF2-40B4-BE49-F238E27FC236}">
                  <a16:creationId xmlns:a16="http://schemas.microsoft.com/office/drawing/2014/main" id="{4B729AE5-47F2-D94F-8AA2-5833836DB5EF}"/>
                </a:ext>
              </a:extLst>
            </p:cNvPr>
            <p:cNvSpPr/>
            <p:nvPr/>
          </p:nvSpPr>
          <p:spPr>
            <a:xfrm>
              <a:off x="1000731" y="266336"/>
              <a:ext cx="4663035" cy="2173461"/>
            </a:xfrm>
            <a:prstGeom prst="roundRect">
              <a:avLst/>
            </a:prstGeom>
            <a:solidFill>
              <a:srgbClr val="F2F2F2"/>
            </a:solidFill>
            <a:ln w="3810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Rechteck: abgerundete Ecken 12">
              <a:extLst>
                <a:ext uri="{FF2B5EF4-FFF2-40B4-BE49-F238E27FC236}">
                  <a16:creationId xmlns:a16="http://schemas.microsoft.com/office/drawing/2014/main" id="{1D9CD727-8271-7D50-DB60-89FA22AFF49D}"/>
                </a:ext>
              </a:extLst>
            </p:cNvPr>
            <p:cNvSpPr/>
            <p:nvPr/>
          </p:nvSpPr>
          <p:spPr>
            <a:xfrm>
              <a:off x="1000730" y="1358781"/>
              <a:ext cx="10369515" cy="5358287"/>
            </a:xfrm>
            <a:prstGeom prst="roundRect">
              <a:avLst>
                <a:gd name="adj" fmla="val 5528"/>
              </a:avLst>
            </a:prstGeom>
            <a:solidFill>
              <a:schemeClr val="bg1"/>
            </a:solidFill>
            <a:ln w="3810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de-DE" sz="1400">
                <a:solidFill>
                  <a:schemeClr val="tx1"/>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14" name="Textfeld 13">
              <a:extLst>
                <a:ext uri="{FF2B5EF4-FFF2-40B4-BE49-F238E27FC236}">
                  <a16:creationId xmlns:a16="http://schemas.microsoft.com/office/drawing/2014/main" id="{5E5C05A7-14C2-4BF9-039B-55D3A3A0F8D5}"/>
                </a:ext>
              </a:extLst>
            </p:cNvPr>
            <p:cNvSpPr txBox="1"/>
            <p:nvPr/>
          </p:nvSpPr>
          <p:spPr>
            <a:xfrm>
              <a:off x="2217468" y="547114"/>
              <a:ext cx="3463721" cy="533502"/>
            </a:xfrm>
            <a:prstGeom prst="rect">
              <a:avLst/>
            </a:prstGeom>
            <a:noFill/>
            <a:ln>
              <a:noFill/>
            </a:ln>
          </p:spPr>
          <p:txBody>
            <a:bodyPr wrap="square" rtlCol="0">
              <a:spAutoFit/>
            </a:bodyPr>
            <a:lstStyle/>
            <a:p>
              <a:r>
                <a:rPr lang="en-GB" sz="2400" b="1" noProof="0">
                  <a:solidFill>
                    <a:schemeClr val="bg1">
                      <a:lumMod val="50000"/>
                    </a:schemeClr>
                  </a:solidFill>
                  <a:latin typeface="Arial" panose="020B0604020202020204" pitchFamily="34" charset="0"/>
                  <a:cs typeface="Arial" panose="020B0604020202020204" pitchFamily="34" charset="0"/>
                </a:rPr>
                <a:t>Example</a:t>
              </a:r>
            </a:p>
          </p:txBody>
        </p:sp>
      </p:grpSp>
      <p:sp>
        <p:nvSpPr>
          <p:cNvPr id="5" name="Content Placeholder 2">
            <a:extLst>
              <a:ext uri="{FF2B5EF4-FFF2-40B4-BE49-F238E27FC236}">
                <a16:creationId xmlns:a16="http://schemas.microsoft.com/office/drawing/2014/main" id="{5656F360-CE8E-206A-42B0-931536EA4BC4}"/>
              </a:ext>
            </a:extLst>
          </p:cNvPr>
          <p:cNvSpPr>
            <a:spLocks noGrp="1"/>
          </p:cNvSpPr>
          <p:nvPr>
            <p:ph idx="10" hasCustomPrompt="1"/>
          </p:nvPr>
        </p:nvSpPr>
        <p:spPr>
          <a:xfrm rot="16200000">
            <a:off x="-1091485" y="4288028"/>
            <a:ext cx="3355442" cy="372441"/>
          </a:xfrm>
          <a:prstGeom prst="rect">
            <a:avLst/>
          </a:prstGeom>
        </p:spPr>
        <p:txBody>
          <a:bodyPr lIns="0" tIns="0" rIns="0" bIns="0" numCol="1"/>
          <a:lstStyle>
            <a:lvl1pPr marL="0" indent="0">
              <a:lnSpc>
                <a:spcPct val="120000"/>
              </a:lnSpc>
              <a:spcBef>
                <a:spcPts val="1000"/>
              </a:spcBef>
              <a:spcAft>
                <a:spcPts val="0"/>
              </a:spcAft>
              <a:buNone/>
              <a:defRPr sz="1200" i="1">
                <a:solidFill>
                  <a:srgbClr val="626254"/>
                </a:solidFill>
                <a:latin typeface="Arial" panose="020B0604020202020204" pitchFamily="34" charset="0"/>
                <a:cs typeface="Arial" panose="020B0604020202020204" pitchFamily="34" charset="0"/>
              </a:defRPr>
            </a:lvl1pPr>
            <a:lvl2pPr>
              <a:defRPr>
                <a:solidFill>
                  <a:srgbClr val="626254"/>
                </a:solidFill>
              </a:defRPr>
            </a:lvl2pPr>
            <a:lvl3pPr>
              <a:defRPr>
                <a:solidFill>
                  <a:srgbClr val="626254"/>
                </a:solidFill>
              </a:defRPr>
            </a:lvl3pPr>
            <a:lvl4pPr>
              <a:defRPr>
                <a:solidFill>
                  <a:srgbClr val="626254"/>
                </a:solidFill>
              </a:defRPr>
            </a:lvl4pPr>
            <a:lvl5pPr>
              <a:defRPr>
                <a:solidFill>
                  <a:srgbClr val="626254"/>
                </a:solidFill>
              </a:defRPr>
            </a:lvl5pPr>
          </a:lstStyle>
          <a:p>
            <a:pPr lvl="0"/>
            <a:r>
              <a:rPr lang="de-DE"/>
              <a:t>Sources:</a:t>
            </a:r>
          </a:p>
        </p:txBody>
      </p:sp>
      <p:sp>
        <p:nvSpPr>
          <p:cNvPr id="2" name="Inhaltsplatzhalter 3">
            <a:extLst>
              <a:ext uri="{FF2B5EF4-FFF2-40B4-BE49-F238E27FC236}">
                <a16:creationId xmlns:a16="http://schemas.microsoft.com/office/drawing/2014/main" id="{A98770A5-1C18-D624-EEBF-E770CF1BEA65}"/>
              </a:ext>
            </a:extLst>
          </p:cNvPr>
          <p:cNvSpPr>
            <a:spLocks noGrp="1"/>
          </p:cNvSpPr>
          <p:nvPr>
            <p:ph idx="1"/>
          </p:nvPr>
        </p:nvSpPr>
        <p:spPr>
          <a:xfrm>
            <a:off x="1905000" y="1666801"/>
            <a:ext cx="8373533" cy="4416184"/>
          </a:xfrm>
          <a:prstGeom prst="rect">
            <a:avLst/>
          </a:prstGeom>
        </p:spPr>
        <p:txBody>
          <a:bodyPr/>
          <a:lstStyle>
            <a:lvl1pPr marL="0" indent="0">
              <a:lnSpc>
                <a:spcPct val="120000"/>
              </a:lnSpc>
              <a:spcBef>
                <a:spcPts val="0"/>
              </a:spcBef>
              <a:spcAft>
                <a:spcPts val="600"/>
              </a:spcAft>
              <a:buNone/>
              <a:defRPr sz="1800">
                <a:solidFill>
                  <a:srgbClr val="626254"/>
                </a:solidFill>
                <a:latin typeface="Arial" panose="020B0604020202020204" pitchFamily="34" charset="0"/>
                <a:cs typeface="Arial" panose="020B0604020202020204" pitchFamily="34" charset="0"/>
              </a:defRPr>
            </a:lvl1pPr>
          </a:lstStyle>
          <a:p>
            <a:endParaRPr lang="en-GB"/>
          </a:p>
        </p:txBody>
      </p:sp>
      <p:sp>
        <p:nvSpPr>
          <p:cNvPr id="19" name="Textplatzhalter 13">
            <a:extLst>
              <a:ext uri="{FF2B5EF4-FFF2-40B4-BE49-F238E27FC236}">
                <a16:creationId xmlns:a16="http://schemas.microsoft.com/office/drawing/2014/main" id="{33012B76-46B2-486C-B73C-603802681206}"/>
              </a:ext>
            </a:extLst>
          </p:cNvPr>
          <p:cNvSpPr txBox="1">
            <a:spLocks/>
          </p:cNvSpPr>
          <p:nvPr userDrawn="1"/>
        </p:nvSpPr>
        <p:spPr>
          <a:xfrm>
            <a:off x="784115" y="6478805"/>
            <a:ext cx="2203015" cy="156936"/>
          </a:xfrm>
          <a:prstGeom prst="rect">
            <a:avLst/>
          </a:prstGeom>
        </p:spPr>
        <p:txBody>
          <a:bodyPr lIns="0" tIns="0" rIns="0" bIns="0" anchor="b"/>
          <a:lstStyle>
            <a:lvl1pPr marL="0" indent="0" algn="l" defTabSz="914400" rtl="0" eaLnBrk="1" latinLnBrk="0" hangingPunct="1">
              <a:lnSpc>
                <a:spcPct val="90000"/>
              </a:lnSpc>
              <a:spcBef>
                <a:spcPts val="1000"/>
              </a:spcBef>
              <a:buFont typeface="Arial" panose="020B0604020202020204" pitchFamily="34" charset="0"/>
              <a:buNone/>
              <a:defRPr sz="1000" kern="1200">
                <a:solidFill>
                  <a:srgbClr val="626254"/>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B575FACC-40E9-DA4B-952F-1C2D0A68B874}" type="slidenum">
              <a:rPr lang="de-DE" sz="1000" smtClean="0">
                <a:latin typeface="Arial" panose="020B0604020202020204" pitchFamily="34" charset="0"/>
                <a:cs typeface="Arial" panose="020B0604020202020204" pitchFamily="34" charset="0"/>
              </a:rPr>
              <a:pPr/>
              <a:t>‹#›</a:t>
            </a:fld>
            <a:endParaRPr lang="de-DE" sz="1000">
              <a:latin typeface="Arial" panose="020B0604020202020204" pitchFamily="34" charset="0"/>
              <a:cs typeface="Arial" panose="020B0604020202020204" pitchFamily="34" charset="0"/>
            </a:endParaRPr>
          </a:p>
        </p:txBody>
      </p:sp>
      <p:pic>
        <p:nvPicPr>
          <p:cNvPr id="6" name="Graphic 5" descr="Pen with solid fill">
            <a:extLst>
              <a:ext uri="{FF2B5EF4-FFF2-40B4-BE49-F238E27FC236}">
                <a16:creationId xmlns:a16="http://schemas.microsoft.com/office/drawing/2014/main" id="{19C30577-E285-B1AC-D328-17F0F215932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095539" y="723992"/>
            <a:ext cx="637047" cy="637047"/>
          </a:xfrm>
          <a:prstGeom prst="rect">
            <a:avLst/>
          </a:prstGeom>
        </p:spPr>
      </p:pic>
    </p:spTree>
    <p:extLst>
      <p:ext uri="{BB962C8B-B14F-4D97-AF65-F5344CB8AC3E}">
        <p14:creationId xmlns:p14="http://schemas.microsoft.com/office/powerpoint/2010/main" val="37435870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In a Nutshell V3">
    <p:spTree>
      <p:nvGrpSpPr>
        <p:cNvPr id="1" name=""/>
        <p:cNvGrpSpPr/>
        <p:nvPr/>
      </p:nvGrpSpPr>
      <p:grpSpPr>
        <a:xfrm>
          <a:off x="0" y="0"/>
          <a:ext cx="0" cy="0"/>
          <a:chOff x="0" y="0"/>
          <a:chExt cx="0" cy="0"/>
        </a:xfrm>
      </p:grpSpPr>
      <p:sp>
        <p:nvSpPr>
          <p:cNvPr id="8" name="Rechtwinkliges Dreieck 7">
            <a:extLst>
              <a:ext uri="{FF2B5EF4-FFF2-40B4-BE49-F238E27FC236}">
                <a16:creationId xmlns:a16="http://schemas.microsoft.com/office/drawing/2014/main" id="{E2AB53BE-F7D3-7535-5034-565F3FA59D45}"/>
              </a:ext>
            </a:extLst>
          </p:cNvPr>
          <p:cNvSpPr/>
          <p:nvPr userDrawn="1"/>
        </p:nvSpPr>
        <p:spPr>
          <a:xfrm rot="5400000" flipH="1">
            <a:off x="-2195363" y="2184594"/>
            <a:ext cx="6858000" cy="2488811"/>
          </a:xfrm>
          <a:prstGeom prst="rtTriangle">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Gleichschenkliges Dreieck 8">
            <a:extLst>
              <a:ext uri="{FF2B5EF4-FFF2-40B4-BE49-F238E27FC236}">
                <a16:creationId xmlns:a16="http://schemas.microsoft.com/office/drawing/2014/main" id="{AAA0A1F3-698E-6307-A9ED-3A7767DA4E20}"/>
              </a:ext>
            </a:extLst>
          </p:cNvPr>
          <p:cNvSpPr/>
          <p:nvPr userDrawn="1"/>
        </p:nvSpPr>
        <p:spPr>
          <a:xfrm rot="16200000">
            <a:off x="7800428" y="2472911"/>
            <a:ext cx="6518786" cy="2251391"/>
          </a:xfrm>
          <a:prstGeom prst="triangle">
            <a:avLst>
              <a:gd name="adj" fmla="val 17575"/>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11" name="Gruppieren 10">
            <a:extLst>
              <a:ext uri="{FF2B5EF4-FFF2-40B4-BE49-F238E27FC236}">
                <a16:creationId xmlns:a16="http://schemas.microsoft.com/office/drawing/2014/main" id="{DC0CB7AB-3FFC-A9CE-F488-80B912EF2F39}"/>
              </a:ext>
            </a:extLst>
          </p:cNvPr>
          <p:cNvGrpSpPr/>
          <p:nvPr userDrawn="1"/>
        </p:nvGrpSpPr>
        <p:grpSpPr>
          <a:xfrm>
            <a:off x="1785000" y="569843"/>
            <a:ext cx="8622000" cy="5582126"/>
            <a:chOff x="1000730" y="266336"/>
            <a:chExt cx="10369515" cy="6450732"/>
          </a:xfrm>
        </p:grpSpPr>
        <p:sp>
          <p:nvSpPr>
            <p:cNvPr id="12" name="Rechteck: abgerundete Ecken 11">
              <a:extLst>
                <a:ext uri="{FF2B5EF4-FFF2-40B4-BE49-F238E27FC236}">
                  <a16:creationId xmlns:a16="http://schemas.microsoft.com/office/drawing/2014/main" id="{4B729AE5-47F2-D94F-8AA2-5833836DB5EF}"/>
                </a:ext>
              </a:extLst>
            </p:cNvPr>
            <p:cNvSpPr/>
            <p:nvPr/>
          </p:nvSpPr>
          <p:spPr>
            <a:xfrm>
              <a:off x="1000731" y="266336"/>
              <a:ext cx="4663035" cy="2173461"/>
            </a:xfrm>
            <a:prstGeom prst="roundRect">
              <a:avLst/>
            </a:prstGeom>
            <a:solidFill>
              <a:srgbClr val="7F7F7F"/>
            </a:solidFill>
            <a:ln w="38100">
              <a:solidFill>
                <a:srgbClr val="7F7F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Rechteck: abgerundete Ecken 12">
              <a:extLst>
                <a:ext uri="{FF2B5EF4-FFF2-40B4-BE49-F238E27FC236}">
                  <a16:creationId xmlns:a16="http://schemas.microsoft.com/office/drawing/2014/main" id="{1D9CD727-8271-7D50-DB60-89FA22AFF49D}"/>
                </a:ext>
              </a:extLst>
            </p:cNvPr>
            <p:cNvSpPr/>
            <p:nvPr/>
          </p:nvSpPr>
          <p:spPr>
            <a:xfrm>
              <a:off x="1000730" y="1358781"/>
              <a:ext cx="10369515" cy="5358287"/>
            </a:xfrm>
            <a:prstGeom prst="roundRect">
              <a:avLst>
                <a:gd name="adj" fmla="val 5528"/>
              </a:avLst>
            </a:prstGeom>
            <a:solidFill>
              <a:schemeClr val="bg1"/>
            </a:solidFill>
            <a:ln w="38100">
              <a:solidFill>
                <a:srgbClr val="7F7F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de-DE" sz="1400">
                <a:solidFill>
                  <a:schemeClr val="tx1"/>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14" name="Textfeld 13">
              <a:extLst>
                <a:ext uri="{FF2B5EF4-FFF2-40B4-BE49-F238E27FC236}">
                  <a16:creationId xmlns:a16="http://schemas.microsoft.com/office/drawing/2014/main" id="{5E5C05A7-14C2-4BF9-039B-55D3A3A0F8D5}"/>
                </a:ext>
              </a:extLst>
            </p:cNvPr>
            <p:cNvSpPr txBox="1"/>
            <p:nvPr/>
          </p:nvSpPr>
          <p:spPr>
            <a:xfrm>
              <a:off x="2217468" y="547114"/>
              <a:ext cx="3463721" cy="622378"/>
            </a:xfrm>
            <a:prstGeom prst="rect">
              <a:avLst/>
            </a:prstGeom>
            <a:noFill/>
          </p:spPr>
          <p:txBody>
            <a:bodyPr wrap="square" rtlCol="0">
              <a:spAutoFit/>
            </a:bodyPr>
            <a:lstStyle/>
            <a:p>
              <a:r>
                <a:rPr lang="en-GB" sz="2400" b="1" noProof="0">
                  <a:solidFill>
                    <a:schemeClr val="bg1">
                      <a:lumMod val="95000"/>
                    </a:schemeClr>
                  </a:solidFill>
                  <a:latin typeface="Arial" panose="020B0604020202020204" pitchFamily="34" charset="0"/>
                  <a:cs typeface="Arial" panose="020B0604020202020204" pitchFamily="34" charset="0"/>
                </a:rPr>
                <a:t>In a Nutshell</a:t>
              </a:r>
            </a:p>
          </p:txBody>
        </p:sp>
      </p:grpSp>
      <p:grpSp>
        <p:nvGrpSpPr>
          <p:cNvPr id="19" name="Gruppieren 18">
            <a:extLst>
              <a:ext uri="{FF2B5EF4-FFF2-40B4-BE49-F238E27FC236}">
                <a16:creationId xmlns:a16="http://schemas.microsoft.com/office/drawing/2014/main" id="{043AA9E0-E27B-E2D3-7A2B-458D6E861FAA}"/>
              </a:ext>
            </a:extLst>
          </p:cNvPr>
          <p:cNvGrpSpPr/>
          <p:nvPr userDrawn="1"/>
        </p:nvGrpSpPr>
        <p:grpSpPr>
          <a:xfrm>
            <a:off x="2115087" y="615730"/>
            <a:ext cx="751368" cy="717026"/>
            <a:chOff x="-2217084" y="1763308"/>
            <a:chExt cx="3273653" cy="3224661"/>
          </a:xfrm>
        </p:grpSpPr>
        <p:pic>
          <p:nvPicPr>
            <p:cNvPr id="20" name="Grafik 19" descr="Eichel mit einfarbiger Füllung">
              <a:extLst>
                <a:ext uri="{FF2B5EF4-FFF2-40B4-BE49-F238E27FC236}">
                  <a16:creationId xmlns:a16="http://schemas.microsoft.com/office/drawing/2014/main" id="{C6419618-DFE9-731E-D216-D0EC961865C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20667907">
              <a:off x="-2217084" y="1763308"/>
              <a:ext cx="3136985" cy="3136977"/>
            </a:xfrm>
            <a:prstGeom prst="rect">
              <a:avLst/>
            </a:prstGeom>
          </p:spPr>
        </p:pic>
        <p:pic>
          <p:nvPicPr>
            <p:cNvPr id="21" name="Grafik 20" descr="Eichel Silhouette">
              <a:extLst>
                <a:ext uri="{FF2B5EF4-FFF2-40B4-BE49-F238E27FC236}">
                  <a16:creationId xmlns:a16="http://schemas.microsoft.com/office/drawing/2014/main" id="{F4396D48-2890-7BD4-61F5-33CA0AF7BF2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20728466">
              <a:off x="-2075955" y="1855444"/>
              <a:ext cx="3132524" cy="3132525"/>
            </a:xfrm>
            <a:prstGeom prst="rect">
              <a:avLst/>
            </a:prstGeom>
          </p:spPr>
        </p:pic>
      </p:grpSp>
      <p:sp>
        <p:nvSpPr>
          <p:cNvPr id="5" name="Content Placeholder 2">
            <a:extLst>
              <a:ext uri="{FF2B5EF4-FFF2-40B4-BE49-F238E27FC236}">
                <a16:creationId xmlns:a16="http://schemas.microsoft.com/office/drawing/2014/main" id="{3FCB2174-3538-4797-5E72-97B3A3003CD5}"/>
              </a:ext>
            </a:extLst>
          </p:cNvPr>
          <p:cNvSpPr>
            <a:spLocks noGrp="1"/>
          </p:cNvSpPr>
          <p:nvPr>
            <p:ph idx="10" hasCustomPrompt="1"/>
          </p:nvPr>
        </p:nvSpPr>
        <p:spPr>
          <a:xfrm rot="16200000">
            <a:off x="-1429057" y="3979860"/>
            <a:ext cx="4014666" cy="329552"/>
          </a:xfrm>
          <a:prstGeom prst="rect">
            <a:avLst/>
          </a:prstGeom>
        </p:spPr>
        <p:txBody>
          <a:bodyPr lIns="0" tIns="0" rIns="0" bIns="0" numCol="1"/>
          <a:lstStyle>
            <a:lvl1pPr marL="0" indent="0">
              <a:lnSpc>
                <a:spcPct val="100000"/>
              </a:lnSpc>
              <a:spcBef>
                <a:spcPts val="1000"/>
              </a:spcBef>
              <a:spcAft>
                <a:spcPts val="0"/>
              </a:spcAft>
              <a:buNone/>
              <a:defRPr sz="1200" i="1">
                <a:solidFill>
                  <a:srgbClr val="626254"/>
                </a:solidFill>
                <a:latin typeface="Arial" panose="020B0604020202020204" pitchFamily="34" charset="0"/>
                <a:cs typeface="Arial" panose="020B0604020202020204" pitchFamily="34" charset="0"/>
              </a:defRPr>
            </a:lvl1pPr>
            <a:lvl2pPr>
              <a:defRPr>
                <a:solidFill>
                  <a:srgbClr val="626254"/>
                </a:solidFill>
              </a:defRPr>
            </a:lvl2pPr>
            <a:lvl3pPr>
              <a:defRPr>
                <a:solidFill>
                  <a:srgbClr val="626254"/>
                </a:solidFill>
              </a:defRPr>
            </a:lvl3pPr>
            <a:lvl4pPr>
              <a:defRPr>
                <a:solidFill>
                  <a:srgbClr val="626254"/>
                </a:solidFill>
              </a:defRPr>
            </a:lvl4pPr>
            <a:lvl5pPr>
              <a:defRPr>
                <a:solidFill>
                  <a:srgbClr val="626254"/>
                </a:solidFill>
              </a:defRPr>
            </a:lvl5pPr>
          </a:lstStyle>
          <a:p>
            <a:pPr lvl="0"/>
            <a:r>
              <a:rPr lang="de-DE"/>
              <a:t>Sources:</a:t>
            </a:r>
          </a:p>
        </p:txBody>
      </p:sp>
      <p:sp>
        <p:nvSpPr>
          <p:cNvPr id="2" name="Inhaltsplatzhalter 3">
            <a:extLst>
              <a:ext uri="{FF2B5EF4-FFF2-40B4-BE49-F238E27FC236}">
                <a16:creationId xmlns:a16="http://schemas.microsoft.com/office/drawing/2014/main" id="{5C00F153-458D-A792-D660-EAF33C64F99E}"/>
              </a:ext>
            </a:extLst>
          </p:cNvPr>
          <p:cNvSpPr>
            <a:spLocks noGrp="1"/>
          </p:cNvSpPr>
          <p:nvPr>
            <p:ph idx="1"/>
          </p:nvPr>
        </p:nvSpPr>
        <p:spPr>
          <a:xfrm>
            <a:off x="1905000" y="1639905"/>
            <a:ext cx="8373533" cy="4424119"/>
          </a:xfrm>
          <a:prstGeom prst="rect">
            <a:avLst/>
          </a:prstGeom>
        </p:spPr>
        <p:txBody>
          <a:bodyPr/>
          <a:lstStyle>
            <a:lvl1pPr marL="0" indent="0">
              <a:lnSpc>
                <a:spcPct val="120000"/>
              </a:lnSpc>
              <a:spcBef>
                <a:spcPts val="0"/>
              </a:spcBef>
              <a:spcAft>
                <a:spcPts val="600"/>
              </a:spcAft>
              <a:buNone/>
              <a:defRPr sz="1800">
                <a:solidFill>
                  <a:srgbClr val="626254"/>
                </a:solidFill>
                <a:latin typeface="Arial" panose="020B0604020202020204" pitchFamily="34" charset="0"/>
                <a:cs typeface="Arial" panose="020B0604020202020204" pitchFamily="34" charset="0"/>
              </a:defRPr>
            </a:lvl1pPr>
          </a:lstStyle>
          <a:p>
            <a:endParaRPr lang="en-GB"/>
          </a:p>
        </p:txBody>
      </p:sp>
      <p:sp>
        <p:nvSpPr>
          <p:cNvPr id="22" name="Textplatzhalter 13">
            <a:extLst>
              <a:ext uri="{FF2B5EF4-FFF2-40B4-BE49-F238E27FC236}">
                <a16:creationId xmlns:a16="http://schemas.microsoft.com/office/drawing/2014/main" id="{B45DF302-EADC-471C-82E8-49D99ABF43C2}"/>
              </a:ext>
            </a:extLst>
          </p:cNvPr>
          <p:cNvSpPr txBox="1">
            <a:spLocks/>
          </p:cNvSpPr>
          <p:nvPr userDrawn="1"/>
        </p:nvSpPr>
        <p:spPr>
          <a:xfrm>
            <a:off x="784115" y="6478805"/>
            <a:ext cx="2203015" cy="156936"/>
          </a:xfrm>
          <a:prstGeom prst="rect">
            <a:avLst/>
          </a:prstGeom>
        </p:spPr>
        <p:txBody>
          <a:bodyPr lIns="0" tIns="0" rIns="0" bIns="0" anchor="b"/>
          <a:lstStyle>
            <a:lvl1pPr marL="0" indent="0" algn="l" defTabSz="914400" rtl="0" eaLnBrk="1" latinLnBrk="0" hangingPunct="1">
              <a:lnSpc>
                <a:spcPct val="90000"/>
              </a:lnSpc>
              <a:spcBef>
                <a:spcPts val="1000"/>
              </a:spcBef>
              <a:buFont typeface="Arial" panose="020B0604020202020204" pitchFamily="34" charset="0"/>
              <a:buNone/>
              <a:defRPr sz="1000" kern="1200">
                <a:solidFill>
                  <a:srgbClr val="626254"/>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B575FACC-40E9-DA4B-952F-1C2D0A68B874}" type="slidenum">
              <a:rPr lang="de-DE" sz="1000" smtClean="0">
                <a:latin typeface="Arial" panose="020B0604020202020204" pitchFamily="34" charset="0"/>
                <a:cs typeface="Arial" panose="020B0604020202020204" pitchFamily="34" charset="0"/>
              </a:rPr>
              <a:pPr/>
              <a:t>‹#›</a:t>
            </a:fld>
            <a:endParaRPr lang="de-DE" sz="1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204101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efini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40269" y="600658"/>
            <a:ext cx="8085904" cy="549271"/>
          </a:xfrm>
          <a:prstGeom prst="rect">
            <a:avLst/>
          </a:prstGeom>
        </p:spPr>
        <p:txBody>
          <a:bodyPr lIns="0" tIns="0" rIns="0" bIns="0">
            <a:normAutofit/>
          </a:bodyPr>
          <a:lstStyle>
            <a:lvl1pPr>
              <a:defRPr sz="2800">
                <a:solidFill>
                  <a:srgbClr val="626254"/>
                </a:solidFill>
                <a:latin typeface="Arial" panose="020B0604020202020204" pitchFamily="34" charset="0"/>
                <a:cs typeface="Arial" panose="020B0604020202020204" pitchFamily="34" charset="0"/>
              </a:defRPr>
            </a:lvl1pPr>
          </a:lstStyle>
          <a:p>
            <a:r>
              <a:rPr lang="de-DE"/>
              <a:t>Definition list</a:t>
            </a:r>
            <a:endParaRPr lang="en-US"/>
          </a:p>
        </p:txBody>
      </p:sp>
      <p:sp>
        <p:nvSpPr>
          <p:cNvPr id="3" name="Content Placeholder 2"/>
          <p:cNvSpPr>
            <a:spLocks noGrp="1"/>
          </p:cNvSpPr>
          <p:nvPr>
            <p:ph idx="1"/>
          </p:nvPr>
        </p:nvSpPr>
        <p:spPr>
          <a:xfrm>
            <a:off x="1340267" y="1422400"/>
            <a:ext cx="8085905" cy="4627526"/>
          </a:xfrm>
          <a:prstGeom prst="rect">
            <a:avLst/>
          </a:prstGeom>
          <a:solidFill>
            <a:schemeClr val="accent4"/>
          </a:solidFill>
          <a:effectLst>
            <a:outerShdw blurRad="50800" dist="88900" dir="2700000" algn="tl" rotWithShape="0">
              <a:prstClr val="black">
                <a:alpha val="40000"/>
              </a:prstClr>
            </a:outerShdw>
            <a:softEdge rad="0"/>
          </a:effectLst>
        </p:spPr>
        <p:txBody>
          <a:bodyPr lIns="360000" tIns="360000" rIns="360000" bIns="360000" anchor="t" anchorCtr="0"/>
          <a:lstStyle>
            <a:lvl1pPr marL="342900" marR="0" indent="-342900" algn="l" defTabSz="914400" rtl="0" eaLnBrk="1" fontAlgn="auto" latinLnBrk="0" hangingPunct="1">
              <a:lnSpc>
                <a:spcPct val="110000"/>
              </a:lnSpc>
              <a:spcBef>
                <a:spcPts val="0"/>
              </a:spcBef>
              <a:spcAft>
                <a:spcPts val="600"/>
              </a:spcAft>
              <a:buClr>
                <a:srgbClr val="626254"/>
              </a:buClr>
              <a:buSzPct val="108000"/>
              <a:buFont typeface="Arial" panose="020B0604020202020204" pitchFamily="34" charset="0"/>
              <a:buChar char="•"/>
              <a:tabLst/>
              <a:defRPr sz="2200">
                <a:solidFill>
                  <a:srgbClr val="626254"/>
                </a:solidFill>
                <a:latin typeface="Arial" panose="020B0604020202020204" pitchFamily="34" charset="0"/>
                <a:cs typeface="Arial" panose="020B0604020202020204" pitchFamily="34" charset="0"/>
              </a:defRPr>
            </a:lvl1pPr>
            <a:lvl2pPr>
              <a:lnSpc>
                <a:spcPct val="110000"/>
              </a:lnSpc>
              <a:spcBef>
                <a:spcPts val="600"/>
              </a:spcBef>
              <a:spcAft>
                <a:spcPts val="600"/>
              </a:spcAft>
              <a:defRPr sz="1800">
                <a:solidFill>
                  <a:srgbClr val="626254"/>
                </a:solidFill>
                <a:latin typeface="Arial" panose="020B0604020202020204" pitchFamily="34" charset="0"/>
                <a:cs typeface="Arial" panose="020B0604020202020204" pitchFamily="34" charset="0"/>
              </a:defRPr>
            </a:lvl2pPr>
            <a:lvl3pPr>
              <a:defRPr>
                <a:solidFill>
                  <a:srgbClr val="626254"/>
                </a:solidFill>
              </a:defRPr>
            </a:lvl3pPr>
            <a:lvl4pPr>
              <a:defRPr>
                <a:solidFill>
                  <a:srgbClr val="626254"/>
                </a:solidFill>
              </a:defRPr>
            </a:lvl4pPr>
            <a:lvl5pPr>
              <a:defRPr>
                <a:solidFill>
                  <a:srgbClr val="626254"/>
                </a:solidFill>
              </a:defRPr>
            </a:lvl5pPr>
          </a:lstStyle>
          <a:p>
            <a:pPr lvl="0"/>
            <a:r>
              <a:rPr lang="de-DE"/>
              <a:t>Mastertextformat bearbeiten</a:t>
            </a:r>
          </a:p>
          <a:p>
            <a:pPr marL="342900" marR="0" lvl="0" indent="-342900" algn="l" defTabSz="914400" rtl="0" eaLnBrk="1" fontAlgn="auto" latinLnBrk="0" hangingPunct="1">
              <a:lnSpc>
                <a:spcPct val="110000"/>
              </a:lnSpc>
              <a:spcBef>
                <a:spcPts val="600"/>
              </a:spcBef>
              <a:spcAft>
                <a:spcPts val="600"/>
              </a:spcAft>
              <a:buClr>
                <a:srgbClr val="626254"/>
              </a:buClr>
              <a:buSzPct val="108000"/>
              <a:buFont typeface="Arial" panose="020B0604020202020204" pitchFamily="34" charset="0"/>
              <a:buChar char="•"/>
              <a:tabLst/>
              <a:defRPr/>
            </a:pPr>
            <a:r>
              <a:rPr lang="de-DE"/>
              <a:t>Mastertextformat bearbeiten</a:t>
            </a:r>
          </a:p>
          <a:p>
            <a:pPr marL="342900" marR="0" lvl="0" indent="-342900" algn="l" defTabSz="914400" rtl="0" eaLnBrk="1" fontAlgn="auto" latinLnBrk="0" hangingPunct="1">
              <a:lnSpc>
                <a:spcPct val="110000"/>
              </a:lnSpc>
              <a:spcBef>
                <a:spcPts val="600"/>
              </a:spcBef>
              <a:spcAft>
                <a:spcPts val="600"/>
              </a:spcAft>
              <a:buClr>
                <a:srgbClr val="626254"/>
              </a:buClr>
              <a:buSzPct val="108000"/>
              <a:buFont typeface="Arial" panose="020B0604020202020204" pitchFamily="34" charset="0"/>
              <a:buChar char="•"/>
              <a:tabLst/>
              <a:defRPr/>
            </a:pPr>
            <a:r>
              <a:rPr lang="de-DE"/>
              <a:t>Mastertextformat bearbeiten</a:t>
            </a:r>
          </a:p>
          <a:p>
            <a:pPr marL="342900" marR="0" lvl="0" indent="-342900" algn="l" defTabSz="914400" rtl="0" eaLnBrk="1" fontAlgn="auto" latinLnBrk="0" hangingPunct="1">
              <a:lnSpc>
                <a:spcPct val="110000"/>
              </a:lnSpc>
              <a:spcBef>
                <a:spcPts val="600"/>
              </a:spcBef>
              <a:spcAft>
                <a:spcPts val="600"/>
              </a:spcAft>
              <a:buClr>
                <a:srgbClr val="626254"/>
              </a:buClr>
              <a:buSzPct val="108000"/>
              <a:buFont typeface="Arial" panose="020B0604020202020204" pitchFamily="34" charset="0"/>
              <a:buChar char="•"/>
              <a:tabLst/>
              <a:defRPr/>
            </a:pPr>
            <a:r>
              <a:rPr lang="de-DE"/>
              <a:t>Mastertextformat bearbeiten</a:t>
            </a:r>
          </a:p>
          <a:p>
            <a:pPr lvl="0"/>
            <a:endParaRPr lang="de-DE"/>
          </a:p>
          <a:p>
            <a:pPr lvl="0"/>
            <a:endParaRPr lang="de-DE"/>
          </a:p>
        </p:txBody>
      </p:sp>
      <p:grpSp>
        <p:nvGrpSpPr>
          <p:cNvPr id="13" name="Gruppieren 12">
            <a:extLst>
              <a:ext uri="{FF2B5EF4-FFF2-40B4-BE49-F238E27FC236}">
                <a16:creationId xmlns:a16="http://schemas.microsoft.com/office/drawing/2014/main" id="{2DF3A651-1DE5-44E6-9384-3B050F2DD1FE}"/>
              </a:ext>
            </a:extLst>
          </p:cNvPr>
          <p:cNvGrpSpPr/>
          <p:nvPr userDrawn="1"/>
        </p:nvGrpSpPr>
        <p:grpSpPr>
          <a:xfrm>
            <a:off x="8957650" y="7"/>
            <a:ext cx="3281917" cy="6858001"/>
            <a:chOff x="8910086" y="0"/>
            <a:chExt cx="3281917" cy="6858001"/>
          </a:xfrm>
        </p:grpSpPr>
        <p:sp>
          <p:nvSpPr>
            <p:cNvPr id="12" name="Rechtwinkliges Dreieck 11">
              <a:extLst>
                <a:ext uri="{FF2B5EF4-FFF2-40B4-BE49-F238E27FC236}">
                  <a16:creationId xmlns:a16="http://schemas.microsoft.com/office/drawing/2014/main" id="{28342373-B773-4FAE-A80E-6FB4C1988CD2}"/>
                </a:ext>
              </a:extLst>
            </p:cNvPr>
            <p:cNvSpPr/>
            <p:nvPr userDrawn="1"/>
          </p:nvSpPr>
          <p:spPr>
            <a:xfrm rot="5400000" flipV="1">
              <a:off x="8929580" y="-19493"/>
              <a:ext cx="3242930" cy="3281917"/>
            </a:xfrm>
            <a:prstGeom prst="rtTriangl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winkliges Dreieck 9">
              <a:extLst>
                <a:ext uri="{FF2B5EF4-FFF2-40B4-BE49-F238E27FC236}">
                  <a16:creationId xmlns:a16="http://schemas.microsoft.com/office/drawing/2014/main" id="{D57F6990-C989-427E-8C25-390597267C97}"/>
                </a:ext>
              </a:extLst>
            </p:cNvPr>
            <p:cNvSpPr/>
            <p:nvPr userDrawn="1"/>
          </p:nvSpPr>
          <p:spPr>
            <a:xfrm rot="5400000" flipH="1" flipV="1">
              <a:off x="7542309" y="2255874"/>
              <a:ext cx="6858001" cy="2346253"/>
            </a:xfrm>
            <a:prstGeom prst="rtTriangle">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1" name="Bild 8">
              <a:extLst>
                <a:ext uri="{FF2B5EF4-FFF2-40B4-BE49-F238E27FC236}">
                  <a16:creationId xmlns:a16="http://schemas.microsoft.com/office/drawing/2014/main" id="{ECD86C33-1A32-48A9-A98E-D75BC6DE443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50692" y="183740"/>
              <a:ext cx="2316793" cy="1055299"/>
            </a:xfrm>
            <a:prstGeom prst="rect">
              <a:avLst/>
            </a:prstGeom>
          </p:spPr>
        </p:pic>
      </p:grpSp>
      <p:grpSp>
        <p:nvGrpSpPr>
          <p:cNvPr id="14" name="Gruppieren 13">
            <a:extLst>
              <a:ext uri="{FF2B5EF4-FFF2-40B4-BE49-F238E27FC236}">
                <a16:creationId xmlns:a16="http://schemas.microsoft.com/office/drawing/2014/main" id="{956BEECF-5D5B-4D25-9873-D2C442A7A4AB}"/>
              </a:ext>
            </a:extLst>
          </p:cNvPr>
          <p:cNvGrpSpPr/>
          <p:nvPr userDrawn="1"/>
        </p:nvGrpSpPr>
        <p:grpSpPr>
          <a:xfrm>
            <a:off x="10851733" y="5357446"/>
            <a:ext cx="1028833" cy="809438"/>
            <a:chOff x="1232136" y="2506397"/>
            <a:chExt cx="2306505" cy="1758710"/>
          </a:xfrm>
        </p:grpSpPr>
        <p:sp>
          <p:nvSpPr>
            <p:cNvPr id="15" name="Freihandform 9">
              <a:extLst>
                <a:ext uri="{FF2B5EF4-FFF2-40B4-BE49-F238E27FC236}">
                  <a16:creationId xmlns:a16="http://schemas.microsoft.com/office/drawing/2014/main" id="{8F5156AF-F6B2-4FA2-A39B-FB56F394FD72}"/>
                </a:ext>
              </a:extLst>
            </p:cNvPr>
            <p:cNvSpPr/>
            <p:nvPr/>
          </p:nvSpPr>
          <p:spPr>
            <a:xfrm>
              <a:off x="1232136" y="2506397"/>
              <a:ext cx="2306505" cy="1758710"/>
            </a:xfrm>
            <a:custGeom>
              <a:avLst/>
              <a:gdLst>
                <a:gd name="connsiteX0" fmla="*/ 2277674 w 2306505"/>
                <a:gd name="connsiteY0" fmla="*/ 230651 h 1758710"/>
                <a:gd name="connsiteX1" fmla="*/ 2104686 w 2306505"/>
                <a:gd name="connsiteY1" fmla="*/ 230651 h 1758710"/>
                <a:gd name="connsiteX2" fmla="*/ 2104686 w 2306505"/>
                <a:gd name="connsiteY2" fmla="*/ 103793 h 1758710"/>
                <a:gd name="connsiteX3" fmla="*/ 2085225 w 2306505"/>
                <a:gd name="connsiteY3" fmla="*/ 76519 h 1758710"/>
                <a:gd name="connsiteX4" fmla="*/ 1153253 w 2306505"/>
                <a:gd name="connsiteY4" fmla="*/ 73347 h 1758710"/>
                <a:gd name="connsiteX5" fmla="*/ 221280 w 2306505"/>
                <a:gd name="connsiteY5" fmla="*/ 76490 h 1758710"/>
                <a:gd name="connsiteX6" fmla="*/ 201819 w 2306505"/>
                <a:gd name="connsiteY6" fmla="*/ 103793 h 1758710"/>
                <a:gd name="connsiteX7" fmla="*/ 201819 w 2306505"/>
                <a:gd name="connsiteY7" fmla="*/ 230651 h 1758710"/>
                <a:gd name="connsiteX8" fmla="*/ 28831 w 2306505"/>
                <a:gd name="connsiteY8" fmla="*/ 230651 h 1758710"/>
                <a:gd name="connsiteX9" fmla="*/ 0 w 2306505"/>
                <a:gd name="connsiteY9" fmla="*/ 259482 h 1758710"/>
                <a:gd name="connsiteX10" fmla="*/ 0 w 2306505"/>
                <a:gd name="connsiteY10" fmla="*/ 1643385 h 1758710"/>
                <a:gd name="connsiteX11" fmla="*/ 28831 w 2306505"/>
                <a:gd name="connsiteY11" fmla="*/ 1672217 h 1758710"/>
                <a:gd name="connsiteX12" fmla="*/ 954316 w 2306505"/>
                <a:gd name="connsiteY12" fmla="*/ 1672217 h 1758710"/>
                <a:gd name="connsiteX13" fmla="*/ 1063876 w 2306505"/>
                <a:gd name="connsiteY13" fmla="*/ 1758711 h 1758710"/>
                <a:gd name="connsiteX14" fmla="*/ 1242630 w 2306505"/>
                <a:gd name="connsiteY14" fmla="*/ 1758711 h 1758710"/>
                <a:gd name="connsiteX15" fmla="*/ 1352189 w 2306505"/>
                <a:gd name="connsiteY15" fmla="*/ 1672217 h 1758710"/>
                <a:gd name="connsiteX16" fmla="*/ 2277674 w 2306505"/>
                <a:gd name="connsiteY16" fmla="*/ 1672217 h 1758710"/>
                <a:gd name="connsiteX17" fmla="*/ 2306505 w 2306505"/>
                <a:gd name="connsiteY17" fmla="*/ 1643385 h 1758710"/>
                <a:gd name="connsiteX18" fmla="*/ 2306505 w 2306505"/>
                <a:gd name="connsiteY18" fmla="*/ 259482 h 1758710"/>
                <a:gd name="connsiteX19" fmla="*/ 2277674 w 2306505"/>
                <a:gd name="connsiteY19" fmla="*/ 230651 h 1758710"/>
                <a:gd name="connsiteX20" fmla="*/ 2047023 w 2306505"/>
                <a:gd name="connsiteY20" fmla="*/ 124552 h 1758710"/>
                <a:gd name="connsiteX21" fmla="*/ 2047023 w 2306505"/>
                <a:gd name="connsiteY21" fmla="*/ 1447909 h 1758710"/>
                <a:gd name="connsiteX22" fmla="*/ 1182084 w 2306505"/>
                <a:gd name="connsiteY22" fmla="*/ 1447909 h 1758710"/>
                <a:gd name="connsiteX23" fmla="*/ 1182084 w 2306505"/>
                <a:gd name="connsiteY23" fmla="*/ 124552 h 1758710"/>
                <a:gd name="connsiteX24" fmla="*/ 2047023 w 2306505"/>
                <a:gd name="connsiteY24" fmla="*/ 124552 h 1758710"/>
                <a:gd name="connsiteX25" fmla="*/ 259482 w 2306505"/>
                <a:gd name="connsiteY25" fmla="*/ 124552 h 1758710"/>
                <a:gd name="connsiteX26" fmla="*/ 1124421 w 2306505"/>
                <a:gd name="connsiteY26" fmla="*/ 124552 h 1758710"/>
                <a:gd name="connsiteX27" fmla="*/ 1124421 w 2306505"/>
                <a:gd name="connsiteY27" fmla="*/ 1447909 h 1758710"/>
                <a:gd name="connsiteX28" fmla="*/ 259482 w 2306505"/>
                <a:gd name="connsiteY28" fmla="*/ 1447909 h 1758710"/>
                <a:gd name="connsiteX29" fmla="*/ 2248843 w 2306505"/>
                <a:gd name="connsiteY29" fmla="*/ 1614554 h 1758710"/>
                <a:gd name="connsiteX30" fmla="*/ 1326240 w 2306505"/>
                <a:gd name="connsiteY30" fmla="*/ 1614554 h 1758710"/>
                <a:gd name="connsiteX31" fmla="*/ 1297409 w 2306505"/>
                <a:gd name="connsiteY31" fmla="*/ 1643385 h 1758710"/>
                <a:gd name="connsiteX32" fmla="*/ 1297409 w 2306505"/>
                <a:gd name="connsiteY32" fmla="*/ 1646268 h 1758710"/>
                <a:gd name="connsiteX33" fmla="*/ 1242630 w 2306505"/>
                <a:gd name="connsiteY33" fmla="*/ 1701048 h 1758710"/>
                <a:gd name="connsiteX34" fmla="*/ 1063876 w 2306505"/>
                <a:gd name="connsiteY34" fmla="*/ 1701048 h 1758710"/>
                <a:gd name="connsiteX35" fmla="*/ 1009096 w 2306505"/>
                <a:gd name="connsiteY35" fmla="*/ 1646268 h 1758710"/>
                <a:gd name="connsiteX36" fmla="*/ 1009096 w 2306505"/>
                <a:gd name="connsiteY36" fmla="*/ 1643385 h 1758710"/>
                <a:gd name="connsiteX37" fmla="*/ 980265 w 2306505"/>
                <a:gd name="connsiteY37" fmla="*/ 1614554 h 1758710"/>
                <a:gd name="connsiteX38" fmla="*/ 57663 w 2306505"/>
                <a:gd name="connsiteY38" fmla="*/ 1614554 h 1758710"/>
                <a:gd name="connsiteX39" fmla="*/ 57663 w 2306505"/>
                <a:gd name="connsiteY39" fmla="*/ 288314 h 1758710"/>
                <a:gd name="connsiteX40" fmla="*/ 201819 w 2306505"/>
                <a:gd name="connsiteY40" fmla="*/ 288314 h 1758710"/>
                <a:gd name="connsiteX41" fmla="*/ 201819 w 2306505"/>
                <a:gd name="connsiteY41" fmla="*/ 1487696 h 1758710"/>
                <a:gd name="connsiteX42" fmla="*/ 230642 w 2306505"/>
                <a:gd name="connsiteY42" fmla="*/ 1516536 h 1758710"/>
                <a:gd name="connsiteX43" fmla="*/ 240021 w 2306505"/>
                <a:gd name="connsiteY43" fmla="*/ 1514971 h 1758710"/>
                <a:gd name="connsiteX44" fmla="*/ 1143882 w 2306505"/>
                <a:gd name="connsiteY44" fmla="*/ 1514971 h 1758710"/>
                <a:gd name="connsiteX45" fmla="*/ 1145324 w 2306505"/>
                <a:gd name="connsiteY45" fmla="*/ 1515201 h 1758710"/>
                <a:gd name="connsiteX46" fmla="*/ 1151869 w 2306505"/>
                <a:gd name="connsiteY46" fmla="*/ 1516297 h 1758710"/>
                <a:gd name="connsiteX47" fmla="*/ 1153253 w 2306505"/>
                <a:gd name="connsiteY47" fmla="*/ 1516528 h 1758710"/>
                <a:gd name="connsiteX48" fmla="*/ 1154319 w 2306505"/>
                <a:gd name="connsiteY48" fmla="*/ 1516355 h 1758710"/>
                <a:gd name="connsiteX49" fmla="*/ 1160806 w 2306505"/>
                <a:gd name="connsiteY49" fmla="*/ 1515374 h 1758710"/>
                <a:gd name="connsiteX50" fmla="*/ 1162248 w 2306505"/>
                <a:gd name="connsiteY50" fmla="*/ 1515057 h 1758710"/>
                <a:gd name="connsiteX51" fmla="*/ 1162623 w 2306505"/>
                <a:gd name="connsiteY51" fmla="*/ 1515057 h 1758710"/>
                <a:gd name="connsiteX52" fmla="*/ 2066484 w 2306505"/>
                <a:gd name="connsiteY52" fmla="*/ 1515057 h 1758710"/>
                <a:gd name="connsiteX53" fmla="*/ 2075855 w 2306505"/>
                <a:gd name="connsiteY53" fmla="*/ 1516528 h 1758710"/>
                <a:gd name="connsiteX54" fmla="*/ 2104686 w 2306505"/>
                <a:gd name="connsiteY54" fmla="*/ 1487696 h 1758710"/>
                <a:gd name="connsiteX55" fmla="*/ 2104686 w 2306505"/>
                <a:gd name="connsiteY55" fmla="*/ 288314 h 1758710"/>
                <a:gd name="connsiteX56" fmla="*/ 2248843 w 2306505"/>
                <a:gd name="connsiteY56" fmla="*/ 288314 h 1758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2306505" h="1758710">
                  <a:moveTo>
                    <a:pt x="2277674" y="230651"/>
                  </a:moveTo>
                  <a:lnTo>
                    <a:pt x="2104686" y="230651"/>
                  </a:lnTo>
                  <a:lnTo>
                    <a:pt x="2104686" y="103793"/>
                  </a:lnTo>
                  <a:cubicBezTo>
                    <a:pt x="2104689" y="91479"/>
                    <a:pt x="2096870" y="80521"/>
                    <a:pt x="2085225" y="76519"/>
                  </a:cubicBezTo>
                  <a:cubicBezTo>
                    <a:pt x="1782934" y="-24391"/>
                    <a:pt x="1456221" y="-25504"/>
                    <a:pt x="1153253" y="73347"/>
                  </a:cubicBezTo>
                  <a:cubicBezTo>
                    <a:pt x="850287" y="-25512"/>
                    <a:pt x="523574" y="-24411"/>
                    <a:pt x="221280" y="76490"/>
                  </a:cubicBezTo>
                  <a:cubicBezTo>
                    <a:pt x="209624" y="80495"/>
                    <a:pt x="201802" y="91468"/>
                    <a:pt x="201819" y="103793"/>
                  </a:cubicBezTo>
                  <a:lnTo>
                    <a:pt x="201819" y="230651"/>
                  </a:lnTo>
                  <a:lnTo>
                    <a:pt x="28831" y="230651"/>
                  </a:lnTo>
                  <a:cubicBezTo>
                    <a:pt x="12908" y="230651"/>
                    <a:pt x="0" y="243559"/>
                    <a:pt x="0" y="259482"/>
                  </a:cubicBezTo>
                  <a:lnTo>
                    <a:pt x="0" y="1643385"/>
                  </a:lnTo>
                  <a:cubicBezTo>
                    <a:pt x="0" y="1659309"/>
                    <a:pt x="12908" y="1672217"/>
                    <a:pt x="28831" y="1672217"/>
                  </a:cubicBezTo>
                  <a:lnTo>
                    <a:pt x="954316" y="1672217"/>
                  </a:lnTo>
                  <a:cubicBezTo>
                    <a:pt x="966411" y="1722934"/>
                    <a:pt x="1011737" y="1758716"/>
                    <a:pt x="1063876" y="1758711"/>
                  </a:cubicBezTo>
                  <a:lnTo>
                    <a:pt x="1242630" y="1758711"/>
                  </a:lnTo>
                  <a:cubicBezTo>
                    <a:pt x="1294768" y="1758716"/>
                    <a:pt x="1340094" y="1722934"/>
                    <a:pt x="1352189" y="1672217"/>
                  </a:cubicBezTo>
                  <a:lnTo>
                    <a:pt x="2277674" y="1672217"/>
                  </a:lnTo>
                  <a:cubicBezTo>
                    <a:pt x="2293597" y="1672217"/>
                    <a:pt x="2306505" y="1659309"/>
                    <a:pt x="2306505" y="1643385"/>
                  </a:cubicBezTo>
                  <a:lnTo>
                    <a:pt x="2306505" y="259482"/>
                  </a:lnTo>
                  <a:cubicBezTo>
                    <a:pt x="2306505" y="243559"/>
                    <a:pt x="2293597" y="230651"/>
                    <a:pt x="2277674" y="230651"/>
                  </a:cubicBezTo>
                  <a:close/>
                  <a:moveTo>
                    <a:pt x="2047023" y="124552"/>
                  </a:moveTo>
                  <a:lnTo>
                    <a:pt x="2047023" y="1447909"/>
                  </a:lnTo>
                  <a:cubicBezTo>
                    <a:pt x="1765041" y="1362453"/>
                    <a:pt x="1464066" y="1362453"/>
                    <a:pt x="1182084" y="1447909"/>
                  </a:cubicBezTo>
                  <a:lnTo>
                    <a:pt x="1182084" y="124552"/>
                  </a:lnTo>
                  <a:cubicBezTo>
                    <a:pt x="1463501" y="35365"/>
                    <a:pt x="1765606" y="35365"/>
                    <a:pt x="2047023" y="124552"/>
                  </a:cubicBezTo>
                  <a:close/>
                  <a:moveTo>
                    <a:pt x="259482" y="124552"/>
                  </a:moveTo>
                  <a:cubicBezTo>
                    <a:pt x="540899" y="35365"/>
                    <a:pt x="843005" y="35365"/>
                    <a:pt x="1124421" y="124552"/>
                  </a:cubicBezTo>
                  <a:lnTo>
                    <a:pt x="1124421" y="1447909"/>
                  </a:lnTo>
                  <a:cubicBezTo>
                    <a:pt x="842439" y="1362453"/>
                    <a:pt x="541464" y="1362453"/>
                    <a:pt x="259482" y="1447909"/>
                  </a:cubicBezTo>
                  <a:close/>
                  <a:moveTo>
                    <a:pt x="2248843" y="1614554"/>
                  </a:moveTo>
                  <a:lnTo>
                    <a:pt x="1326240" y="1614554"/>
                  </a:lnTo>
                  <a:cubicBezTo>
                    <a:pt x="1310317" y="1614554"/>
                    <a:pt x="1297409" y="1627462"/>
                    <a:pt x="1297409" y="1643385"/>
                  </a:cubicBezTo>
                  <a:lnTo>
                    <a:pt x="1297409" y="1646268"/>
                  </a:lnTo>
                  <a:cubicBezTo>
                    <a:pt x="1297409" y="1676521"/>
                    <a:pt x="1272882" y="1701048"/>
                    <a:pt x="1242630" y="1701048"/>
                  </a:cubicBezTo>
                  <a:lnTo>
                    <a:pt x="1063876" y="1701048"/>
                  </a:lnTo>
                  <a:cubicBezTo>
                    <a:pt x="1033623" y="1701048"/>
                    <a:pt x="1009096" y="1676521"/>
                    <a:pt x="1009096" y="1646268"/>
                  </a:cubicBezTo>
                  <a:lnTo>
                    <a:pt x="1009096" y="1643385"/>
                  </a:lnTo>
                  <a:cubicBezTo>
                    <a:pt x="1009096" y="1627462"/>
                    <a:pt x="996188" y="1614554"/>
                    <a:pt x="980265" y="1614554"/>
                  </a:cubicBezTo>
                  <a:lnTo>
                    <a:pt x="57663" y="1614554"/>
                  </a:lnTo>
                  <a:lnTo>
                    <a:pt x="57663" y="288314"/>
                  </a:lnTo>
                  <a:lnTo>
                    <a:pt x="201819" y="288314"/>
                  </a:lnTo>
                  <a:lnTo>
                    <a:pt x="201819" y="1487696"/>
                  </a:lnTo>
                  <a:cubicBezTo>
                    <a:pt x="201813" y="1503620"/>
                    <a:pt x="214718" y="1516530"/>
                    <a:pt x="230642" y="1516536"/>
                  </a:cubicBezTo>
                  <a:cubicBezTo>
                    <a:pt x="233833" y="1516536"/>
                    <a:pt x="237002" y="1516009"/>
                    <a:pt x="240021" y="1514971"/>
                  </a:cubicBezTo>
                  <a:cubicBezTo>
                    <a:pt x="533365" y="1417138"/>
                    <a:pt x="850538" y="1417138"/>
                    <a:pt x="1143882" y="1514971"/>
                  </a:cubicBezTo>
                  <a:cubicBezTo>
                    <a:pt x="1144358" y="1515077"/>
                    <a:pt x="1144840" y="1515155"/>
                    <a:pt x="1145324" y="1515201"/>
                  </a:cubicBezTo>
                  <a:cubicBezTo>
                    <a:pt x="1147455" y="1515827"/>
                    <a:pt x="1149652" y="1516196"/>
                    <a:pt x="1151869" y="1516297"/>
                  </a:cubicBezTo>
                  <a:cubicBezTo>
                    <a:pt x="1152330" y="1516297"/>
                    <a:pt x="1152791" y="1516528"/>
                    <a:pt x="1153253" y="1516528"/>
                  </a:cubicBezTo>
                  <a:cubicBezTo>
                    <a:pt x="1153714" y="1516528"/>
                    <a:pt x="1153973" y="1516383"/>
                    <a:pt x="1154319" y="1516355"/>
                  </a:cubicBezTo>
                  <a:cubicBezTo>
                    <a:pt x="1156513" y="1516285"/>
                    <a:pt x="1158690" y="1515957"/>
                    <a:pt x="1160806" y="1515374"/>
                  </a:cubicBezTo>
                  <a:cubicBezTo>
                    <a:pt x="1161268" y="1515374"/>
                    <a:pt x="1161758" y="1515201"/>
                    <a:pt x="1162248" y="1515057"/>
                  </a:cubicBezTo>
                  <a:lnTo>
                    <a:pt x="1162623" y="1515057"/>
                  </a:lnTo>
                  <a:cubicBezTo>
                    <a:pt x="1455967" y="1417224"/>
                    <a:pt x="1773140" y="1417224"/>
                    <a:pt x="2066484" y="1515057"/>
                  </a:cubicBezTo>
                  <a:cubicBezTo>
                    <a:pt x="2069506" y="1516055"/>
                    <a:pt x="2072672" y="1516551"/>
                    <a:pt x="2075855" y="1516528"/>
                  </a:cubicBezTo>
                  <a:cubicBezTo>
                    <a:pt x="2091778" y="1516528"/>
                    <a:pt x="2104686" y="1503620"/>
                    <a:pt x="2104686" y="1487696"/>
                  </a:cubicBezTo>
                  <a:lnTo>
                    <a:pt x="2104686" y="288314"/>
                  </a:lnTo>
                  <a:lnTo>
                    <a:pt x="2248843" y="288314"/>
                  </a:lnTo>
                  <a:close/>
                </a:path>
              </a:pathLst>
            </a:custGeom>
            <a:solidFill>
              <a:schemeClr val="tx1">
                <a:lumMod val="65000"/>
                <a:lumOff val="35000"/>
              </a:schemeClr>
            </a:solidFill>
            <a:ln w="28773" cap="flat">
              <a:noFill/>
              <a:prstDash val="solid"/>
              <a:miter/>
            </a:ln>
          </p:spPr>
          <p:txBody>
            <a:bodyPr rtlCol="0" anchor="ctr"/>
            <a:lstStyle/>
            <a:p>
              <a:endParaRPr lang="de-DE">
                <a:solidFill>
                  <a:schemeClr val="tx1">
                    <a:lumMod val="75000"/>
                    <a:lumOff val="25000"/>
                  </a:schemeClr>
                </a:solidFill>
              </a:endParaRPr>
            </a:p>
          </p:txBody>
        </p:sp>
        <p:sp>
          <p:nvSpPr>
            <p:cNvPr id="16" name="Grafik 11" descr="Lupe mit einfarbiger Füllung">
              <a:extLst>
                <a:ext uri="{FF2B5EF4-FFF2-40B4-BE49-F238E27FC236}">
                  <a16:creationId xmlns:a16="http://schemas.microsoft.com/office/drawing/2014/main" id="{6EA72886-E3E9-44E9-85A4-F6A42B5FD9C2}"/>
                </a:ext>
              </a:extLst>
            </p:cNvPr>
            <p:cNvSpPr/>
            <p:nvPr/>
          </p:nvSpPr>
          <p:spPr>
            <a:xfrm>
              <a:off x="2540199" y="3200968"/>
              <a:ext cx="750498" cy="847644"/>
            </a:xfrm>
            <a:custGeom>
              <a:avLst/>
              <a:gdLst>
                <a:gd name="connsiteX0" fmla="*/ 732473 w 751881"/>
                <a:gd name="connsiteY0" fmla="*/ 638175 h 752474"/>
                <a:gd name="connsiteX1" fmla="*/ 613410 w 751881"/>
                <a:gd name="connsiteY1" fmla="*/ 519112 h 752474"/>
                <a:gd name="connsiteX2" fmla="*/ 554355 w 751881"/>
                <a:gd name="connsiteY2" fmla="*/ 501015 h 752474"/>
                <a:gd name="connsiteX3" fmla="*/ 512445 w 751881"/>
                <a:gd name="connsiteY3" fmla="*/ 459105 h 752474"/>
                <a:gd name="connsiteX4" fmla="*/ 571500 w 751881"/>
                <a:gd name="connsiteY4" fmla="*/ 285750 h 752474"/>
                <a:gd name="connsiteX5" fmla="*/ 285750 w 751881"/>
                <a:gd name="connsiteY5" fmla="*/ 0 h 752474"/>
                <a:gd name="connsiteX6" fmla="*/ 0 w 751881"/>
                <a:gd name="connsiteY6" fmla="*/ 285750 h 752474"/>
                <a:gd name="connsiteX7" fmla="*/ 285750 w 751881"/>
                <a:gd name="connsiteY7" fmla="*/ 571500 h 752474"/>
                <a:gd name="connsiteX8" fmla="*/ 459105 w 751881"/>
                <a:gd name="connsiteY8" fmla="*/ 512445 h 752474"/>
                <a:gd name="connsiteX9" fmla="*/ 501015 w 751881"/>
                <a:gd name="connsiteY9" fmla="*/ 554355 h 752474"/>
                <a:gd name="connsiteX10" fmla="*/ 519112 w 751881"/>
                <a:gd name="connsiteY10" fmla="*/ 613410 h 752474"/>
                <a:gd name="connsiteX11" fmla="*/ 638175 w 751881"/>
                <a:gd name="connsiteY11" fmla="*/ 732473 h 752474"/>
                <a:gd name="connsiteX12" fmla="*/ 685800 w 751881"/>
                <a:gd name="connsiteY12" fmla="*/ 752475 h 752474"/>
                <a:gd name="connsiteX13" fmla="*/ 733425 w 751881"/>
                <a:gd name="connsiteY13" fmla="*/ 732473 h 752474"/>
                <a:gd name="connsiteX14" fmla="*/ 732473 w 751881"/>
                <a:gd name="connsiteY14" fmla="*/ 638175 h 752474"/>
                <a:gd name="connsiteX15" fmla="*/ 284798 w 751881"/>
                <a:gd name="connsiteY15" fmla="*/ 513398 h 752474"/>
                <a:gd name="connsiteX16" fmla="*/ 56197 w 751881"/>
                <a:gd name="connsiteY16" fmla="*/ 284798 h 752474"/>
                <a:gd name="connsiteX17" fmla="*/ 284798 w 751881"/>
                <a:gd name="connsiteY17" fmla="*/ 56197 h 752474"/>
                <a:gd name="connsiteX18" fmla="*/ 513398 w 751881"/>
                <a:gd name="connsiteY18" fmla="*/ 284798 h 752474"/>
                <a:gd name="connsiteX19" fmla="*/ 284798 w 751881"/>
                <a:gd name="connsiteY19" fmla="*/ 513398 h 752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51881" h="752474">
                  <a:moveTo>
                    <a:pt x="732473" y="638175"/>
                  </a:moveTo>
                  <a:lnTo>
                    <a:pt x="613410" y="519112"/>
                  </a:lnTo>
                  <a:cubicBezTo>
                    <a:pt x="597218" y="502920"/>
                    <a:pt x="575310" y="497205"/>
                    <a:pt x="554355" y="501015"/>
                  </a:cubicBezTo>
                  <a:lnTo>
                    <a:pt x="512445" y="459105"/>
                  </a:lnTo>
                  <a:cubicBezTo>
                    <a:pt x="549593" y="411480"/>
                    <a:pt x="571500" y="350520"/>
                    <a:pt x="571500" y="285750"/>
                  </a:cubicBezTo>
                  <a:cubicBezTo>
                    <a:pt x="571500" y="128588"/>
                    <a:pt x="442912" y="0"/>
                    <a:pt x="285750" y="0"/>
                  </a:cubicBezTo>
                  <a:cubicBezTo>
                    <a:pt x="128588" y="0"/>
                    <a:pt x="0" y="128588"/>
                    <a:pt x="0" y="285750"/>
                  </a:cubicBezTo>
                  <a:cubicBezTo>
                    <a:pt x="0" y="442912"/>
                    <a:pt x="128588" y="571500"/>
                    <a:pt x="285750" y="571500"/>
                  </a:cubicBezTo>
                  <a:cubicBezTo>
                    <a:pt x="350520" y="571500"/>
                    <a:pt x="410528" y="549593"/>
                    <a:pt x="459105" y="512445"/>
                  </a:cubicBezTo>
                  <a:lnTo>
                    <a:pt x="501015" y="554355"/>
                  </a:lnTo>
                  <a:cubicBezTo>
                    <a:pt x="497205" y="575310"/>
                    <a:pt x="502920" y="597218"/>
                    <a:pt x="519112" y="613410"/>
                  </a:cubicBezTo>
                  <a:lnTo>
                    <a:pt x="638175" y="732473"/>
                  </a:lnTo>
                  <a:cubicBezTo>
                    <a:pt x="651510" y="745808"/>
                    <a:pt x="668655" y="752475"/>
                    <a:pt x="685800" y="752475"/>
                  </a:cubicBezTo>
                  <a:cubicBezTo>
                    <a:pt x="702945" y="752475"/>
                    <a:pt x="720090" y="745808"/>
                    <a:pt x="733425" y="732473"/>
                  </a:cubicBezTo>
                  <a:cubicBezTo>
                    <a:pt x="758190" y="705802"/>
                    <a:pt x="758190" y="663893"/>
                    <a:pt x="732473" y="638175"/>
                  </a:cubicBezTo>
                  <a:close/>
                  <a:moveTo>
                    <a:pt x="284798" y="513398"/>
                  </a:moveTo>
                  <a:cubicBezTo>
                    <a:pt x="159067" y="513398"/>
                    <a:pt x="56197" y="410528"/>
                    <a:pt x="56197" y="284798"/>
                  </a:cubicBezTo>
                  <a:cubicBezTo>
                    <a:pt x="56197" y="159067"/>
                    <a:pt x="159067" y="56197"/>
                    <a:pt x="284798" y="56197"/>
                  </a:cubicBezTo>
                  <a:cubicBezTo>
                    <a:pt x="410528" y="56197"/>
                    <a:pt x="513398" y="159067"/>
                    <a:pt x="513398" y="284798"/>
                  </a:cubicBezTo>
                  <a:cubicBezTo>
                    <a:pt x="513398" y="410528"/>
                    <a:pt x="410528" y="513398"/>
                    <a:pt x="284798" y="513398"/>
                  </a:cubicBezTo>
                  <a:close/>
                </a:path>
              </a:pathLst>
            </a:custGeom>
            <a:solidFill>
              <a:schemeClr val="tx1">
                <a:lumMod val="75000"/>
                <a:lumOff val="25000"/>
              </a:schemeClr>
            </a:solidFill>
            <a:ln w="9525" cap="flat">
              <a:noFill/>
              <a:prstDash val="solid"/>
              <a:miter/>
            </a:ln>
          </p:spPr>
          <p:txBody>
            <a:bodyPr rtlCol="0" anchor="ctr"/>
            <a:lstStyle/>
            <a:p>
              <a:endParaRPr lang="de-DE">
                <a:solidFill>
                  <a:schemeClr val="tx1">
                    <a:lumMod val="75000"/>
                    <a:lumOff val="25000"/>
                  </a:schemeClr>
                </a:solidFill>
              </a:endParaRPr>
            </a:p>
          </p:txBody>
        </p:sp>
      </p:grpSp>
    </p:spTree>
    <p:extLst>
      <p:ext uri="{BB962C8B-B14F-4D97-AF65-F5344CB8AC3E}">
        <p14:creationId xmlns:p14="http://schemas.microsoft.com/office/powerpoint/2010/main" val="33516395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Defini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40269" y="600658"/>
            <a:ext cx="8085904" cy="549271"/>
          </a:xfrm>
          <a:prstGeom prst="rect">
            <a:avLst/>
          </a:prstGeom>
        </p:spPr>
        <p:txBody>
          <a:bodyPr lIns="0" tIns="0" rIns="0" bIns="0">
            <a:normAutofit/>
          </a:bodyPr>
          <a:lstStyle>
            <a:lvl1pPr>
              <a:defRPr sz="2800">
                <a:solidFill>
                  <a:srgbClr val="626254"/>
                </a:solidFill>
                <a:latin typeface="Arial" panose="020B0604020202020204" pitchFamily="34" charset="0"/>
                <a:cs typeface="Arial" panose="020B0604020202020204" pitchFamily="34" charset="0"/>
              </a:defRPr>
            </a:lvl1pPr>
          </a:lstStyle>
          <a:p>
            <a:r>
              <a:rPr lang="de-DE"/>
              <a:t>Approach</a:t>
            </a:r>
            <a:endParaRPr lang="en-US"/>
          </a:p>
        </p:txBody>
      </p:sp>
      <p:sp>
        <p:nvSpPr>
          <p:cNvPr id="3" name="Content Placeholder 2"/>
          <p:cNvSpPr>
            <a:spLocks noGrp="1"/>
          </p:cNvSpPr>
          <p:nvPr>
            <p:ph idx="1"/>
          </p:nvPr>
        </p:nvSpPr>
        <p:spPr>
          <a:xfrm>
            <a:off x="1340267" y="1422400"/>
            <a:ext cx="8085905" cy="4627526"/>
          </a:xfrm>
          <a:prstGeom prst="rect">
            <a:avLst/>
          </a:prstGeom>
          <a:solidFill>
            <a:schemeClr val="accent3">
              <a:lumMod val="20000"/>
              <a:lumOff val="80000"/>
            </a:schemeClr>
          </a:solidFill>
          <a:effectLst>
            <a:outerShdw blurRad="50800" dist="88900" dir="2700000" algn="tl" rotWithShape="0">
              <a:prstClr val="black">
                <a:alpha val="40000"/>
              </a:prstClr>
            </a:outerShdw>
            <a:softEdge rad="0"/>
          </a:effectLst>
        </p:spPr>
        <p:txBody>
          <a:bodyPr lIns="360000" tIns="360000" rIns="360000" bIns="360000" anchor="t" anchorCtr="0"/>
          <a:lstStyle>
            <a:lvl1pPr marL="342900" marR="0" indent="-342900" algn="l" defTabSz="914400" rtl="0" eaLnBrk="1" fontAlgn="auto" latinLnBrk="0" hangingPunct="1">
              <a:lnSpc>
                <a:spcPct val="110000"/>
              </a:lnSpc>
              <a:spcBef>
                <a:spcPts val="0"/>
              </a:spcBef>
              <a:spcAft>
                <a:spcPts val="600"/>
              </a:spcAft>
              <a:buClr>
                <a:srgbClr val="626254"/>
              </a:buClr>
              <a:buSzPct val="108000"/>
              <a:buFont typeface="Arial" panose="020B0604020202020204" pitchFamily="34" charset="0"/>
              <a:buChar char="•"/>
              <a:tabLst/>
              <a:defRPr sz="2200">
                <a:solidFill>
                  <a:srgbClr val="626254"/>
                </a:solidFill>
                <a:latin typeface="Arial" panose="020B0604020202020204" pitchFamily="34" charset="0"/>
                <a:cs typeface="Arial" panose="020B0604020202020204" pitchFamily="34" charset="0"/>
              </a:defRPr>
            </a:lvl1pPr>
            <a:lvl2pPr>
              <a:lnSpc>
                <a:spcPct val="110000"/>
              </a:lnSpc>
              <a:spcBef>
                <a:spcPts val="600"/>
              </a:spcBef>
              <a:spcAft>
                <a:spcPts val="600"/>
              </a:spcAft>
              <a:defRPr sz="1800">
                <a:solidFill>
                  <a:srgbClr val="626254"/>
                </a:solidFill>
                <a:latin typeface="Arial" panose="020B0604020202020204" pitchFamily="34" charset="0"/>
                <a:cs typeface="Arial" panose="020B0604020202020204" pitchFamily="34" charset="0"/>
              </a:defRPr>
            </a:lvl2pPr>
            <a:lvl3pPr>
              <a:defRPr>
                <a:solidFill>
                  <a:srgbClr val="626254"/>
                </a:solidFill>
              </a:defRPr>
            </a:lvl3pPr>
            <a:lvl4pPr>
              <a:defRPr>
                <a:solidFill>
                  <a:srgbClr val="626254"/>
                </a:solidFill>
              </a:defRPr>
            </a:lvl4pPr>
            <a:lvl5pPr>
              <a:defRPr>
                <a:solidFill>
                  <a:srgbClr val="626254"/>
                </a:solidFill>
              </a:defRPr>
            </a:lvl5pPr>
          </a:lstStyle>
          <a:p>
            <a:pPr lvl="0"/>
            <a:r>
              <a:rPr lang="de-DE"/>
              <a:t>Mastertextformat bearbeiten</a:t>
            </a:r>
          </a:p>
          <a:p>
            <a:pPr marL="342900" marR="0" lvl="0" indent="-342900" algn="l" defTabSz="914400" rtl="0" eaLnBrk="1" fontAlgn="auto" latinLnBrk="0" hangingPunct="1">
              <a:lnSpc>
                <a:spcPct val="110000"/>
              </a:lnSpc>
              <a:spcBef>
                <a:spcPts val="600"/>
              </a:spcBef>
              <a:spcAft>
                <a:spcPts val="600"/>
              </a:spcAft>
              <a:buClr>
                <a:srgbClr val="626254"/>
              </a:buClr>
              <a:buSzPct val="108000"/>
              <a:buFont typeface="Arial" panose="020B0604020202020204" pitchFamily="34" charset="0"/>
              <a:buChar char="•"/>
              <a:tabLst/>
              <a:defRPr/>
            </a:pPr>
            <a:r>
              <a:rPr lang="de-DE"/>
              <a:t>Mastertextformat bearbeiten</a:t>
            </a:r>
          </a:p>
          <a:p>
            <a:pPr marL="342900" marR="0" lvl="0" indent="-342900" algn="l" defTabSz="914400" rtl="0" eaLnBrk="1" fontAlgn="auto" latinLnBrk="0" hangingPunct="1">
              <a:lnSpc>
                <a:spcPct val="110000"/>
              </a:lnSpc>
              <a:spcBef>
                <a:spcPts val="600"/>
              </a:spcBef>
              <a:spcAft>
                <a:spcPts val="600"/>
              </a:spcAft>
              <a:buClr>
                <a:srgbClr val="626254"/>
              </a:buClr>
              <a:buSzPct val="108000"/>
              <a:buFont typeface="Arial" panose="020B0604020202020204" pitchFamily="34" charset="0"/>
              <a:buChar char="•"/>
              <a:tabLst/>
              <a:defRPr/>
            </a:pPr>
            <a:r>
              <a:rPr lang="de-DE"/>
              <a:t>Mastertextformat bearbeiten</a:t>
            </a:r>
          </a:p>
          <a:p>
            <a:pPr marL="342900" marR="0" lvl="0" indent="-342900" algn="l" defTabSz="914400" rtl="0" eaLnBrk="1" fontAlgn="auto" latinLnBrk="0" hangingPunct="1">
              <a:lnSpc>
                <a:spcPct val="110000"/>
              </a:lnSpc>
              <a:spcBef>
                <a:spcPts val="600"/>
              </a:spcBef>
              <a:spcAft>
                <a:spcPts val="600"/>
              </a:spcAft>
              <a:buClr>
                <a:srgbClr val="626254"/>
              </a:buClr>
              <a:buSzPct val="108000"/>
              <a:buFont typeface="Arial" panose="020B0604020202020204" pitchFamily="34" charset="0"/>
              <a:buChar char="•"/>
              <a:tabLst/>
              <a:defRPr/>
            </a:pPr>
            <a:r>
              <a:rPr lang="de-DE"/>
              <a:t>Mastertextformat bearbeiten</a:t>
            </a:r>
          </a:p>
          <a:p>
            <a:pPr lvl="0"/>
            <a:endParaRPr lang="de-DE"/>
          </a:p>
          <a:p>
            <a:pPr lvl="0"/>
            <a:endParaRPr lang="de-DE"/>
          </a:p>
        </p:txBody>
      </p:sp>
      <p:grpSp>
        <p:nvGrpSpPr>
          <p:cNvPr id="13" name="Gruppieren 12">
            <a:extLst>
              <a:ext uri="{FF2B5EF4-FFF2-40B4-BE49-F238E27FC236}">
                <a16:creationId xmlns:a16="http://schemas.microsoft.com/office/drawing/2014/main" id="{2DF3A651-1DE5-44E6-9384-3B050F2DD1FE}"/>
              </a:ext>
            </a:extLst>
          </p:cNvPr>
          <p:cNvGrpSpPr/>
          <p:nvPr userDrawn="1"/>
        </p:nvGrpSpPr>
        <p:grpSpPr>
          <a:xfrm>
            <a:off x="8957650" y="7"/>
            <a:ext cx="3281917" cy="6858001"/>
            <a:chOff x="8910086" y="0"/>
            <a:chExt cx="3281917" cy="6858001"/>
          </a:xfrm>
        </p:grpSpPr>
        <p:sp>
          <p:nvSpPr>
            <p:cNvPr id="12" name="Rechtwinkliges Dreieck 11">
              <a:extLst>
                <a:ext uri="{FF2B5EF4-FFF2-40B4-BE49-F238E27FC236}">
                  <a16:creationId xmlns:a16="http://schemas.microsoft.com/office/drawing/2014/main" id="{28342373-B773-4FAE-A80E-6FB4C1988CD2}"/>
                </a:ext>
              </a:extLst>
            </p:cNvPr>
            <p:cNvSpPr/>
            <p:nvPr userDrawn="1"/>
          </p:nvSpPr>
          <p:spPr>
            <a:xfrm rot="5400000" flipV="1">
              <a:off x="8929580" y="-19493"/>
              <a:ext cx="3242930" cy="3281917"/>
            </a:xfrm>
            <a:prstGeom prst="rtTriangl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winkliges Dreieck 9">
              <a:extLst>
                <a:ext uri="{FF2B5EF4-FFF2-40B4-BE49-F238E27FC236}">
                  <a16:creationId xmlns:a16="http://schemas.microsoft.com/office/drawing/2014/main" id="{D57F6990-C989-427E-8C25-390597267C97}"/>
                </a:ext>
              </a:extLst>
            </p:cNvPr>
            <p:cNvSpPr/>
            <p:nvPr userDrawn="1"/>
          </p:nvSpPr>
          <p:spPr>
            <a:xfrm rot="5400000" flipH="1" flipV="1">
              <a:off x="7542309" y="2255874"/>
              <a:ext cx="6858001" cy="2346253"/>
            </a:xfrm>
            <a:prstGeom prst="rtTriangle">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1" name="Bild 8">
              <a:extLst>
                <a:ext uri="{FF2B5EF4-FFF2-40B4-BE49-F238E27FC236}">
                  <a16:creationId xmlns:a16="http://schemas.microsoft.com/office/drawing/2014/main" id="{ECD86C33-1A32-48A9-A98E-D75BC6DE443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50692" y="183740"/>
              <a:ext cx="2316793" cy="1055299"/>
            </a:xfrm>
            <a:prstGeom prst="rect">
              <a:avLst/>
            </a:prstGeom>
          </p:spPr>
        </p:pic>
      </p:grpSp>
      <p:grpSp>
        <p:nvGrpSpPr>
          <p:cNvPr id="14" name="Gruppieren 13">
            <a:extLst>
              <a:ext uri="{FF2B5EF4-FFF2-40B4-BE49-F238E27FC236}">
                <a16:creationId xmlns:a16="http://schemas.microsoft.com/office/drawing/2014/main" id="{956BEECF-5D5B-4D25-9873-D2C442A7A4AB}"/>
              </a:ext>
            </a:extLst>
          </p:cNvPr>
          <p:cNvGrpSpPr/>
          <p:nvPr userDrawn="1"/>
        </p:nvGrpSpPr>
        <p:grpSpPr>
          <a:xfrm>
            <a:off x="10851733" y="5357446"/>
            <a:ext cx="1028833" cy="809438"/>
            <a:chOff x="1232136" y="2506397"/>
            <a:chExt cx="2306505" cy="1758710"/>
          </a:xfrm>
        </p:grpSpPr>
        <p:sp>
          <p:nvSpPr>
            <p:cNvPr id="15" name="Freihandform 9">
              <a:extLst>
                <a:ext uri="{FF2B5EF4-FFF2-40B4-BE49-F238E27FC236}">
                  <a16:creationId xmlns:a16="http://schemas.microsoft.com/office/drawing/2014/main" id="{8F5156AF-F6B2-4FA2-A39B-FB56F394FD72}"/>
                </a:ext>
              </a:extLst>
            </p:cNvPr>
            <p:cNvSpPr/>
            <p:nvPr/>
          </p:nvSpPr>
          <p:spPr>
            <a:xfrm>
              <a:off x="1232136" y="2506397"/>
              <a:ext cx="2306505" cy="1758710"/>
            </a:xfrm>
            <a:custGeom>
              <a:avLst/>
              <a:gdLst>
                <a:gd name="connsiteX0" fmla="*/ 2277674 w 2306505"/>
                <a:gd name="connsiteY0" fmla="*/ 230651 h 1758710"/>
                <a:gd name="connsiteX1" fmla="*/ 2104686 w 2306505"/>
                <a:gd name="connsiteY1" fmla="*/ 230651 h 1758710"/>
                <a:gd name="connsiteX2" fmla="*/ 2104686 w 2306505"/>
                <a:gd name="connsiteY2" fmla="*/ 103793 h 1758710"/>
                <a:gd name="connsiteX3" fmla="*/ 2085225 w 2306505"/>
                <a:gd name="connsiteY3" fmla="*/ 76519 h 1758710"/>
                <a:gd name="connsiteX4" fmla="*/ 1153253 w 2306505"/>
                <a:gd name="connsiteY4" fmla="*/ 73347 h 1758710"/>
                <a:gd name="connsiteX5" fmla="*/ 221280 w 2306505"/>
                <a:gd name="connsiteY5" fmla="*/ 76490 h 1758710"/>
                <a:gd name="connsiteX6" fmla="*/ 201819 w 2306505"/>
                <a:gd name="connsiteY6" fmla="*/ 103793 h 1758710"/>
                <a:gd name="connsiteX7" fmla="*/ 201819 w 2306505"/>
                <a:gd name="connsiteY7" fmla="*/ 230651 h 1758710"/>
                <a:gd name="connsiteX8" fmla="*/ 28831 w 2306505"/>
                <a:gd name="connsiteY8" fmla="*/ 230651 h 1758710"/>
                <a:gd name="connsiteX9" fmla="*/ 0 w 2306505"/>
                <a:gd name="connsiteY9" fmla="*/ 259482 h 1758710"/>
                <a:gd name="connsiteX10" fmla="*/ 0 w 2306505"/>
                <a:gd name="connsiteY10" fmla="*/ 1643385 h 1758710"/>
                <a:gd name="connsiteX11" fmla="*/ 28831 w 2306505"/>
                <a:gd name="connsiteY11" fmla="*/ 1672217 h 1758710"/>
                <a:gd name="connsiteX12" fmla="*/ 954316 w 2306505"/>
                <a:gd name="connsiteY12" fmla="*/ 1672217 h 1758710"/>
                <a:gd name="connsiteX13" fmla="*/ 1063876 w 2306505"/>
                <a:gd name="connsiteY13" fmla="*/ 1758711 h 1758710"/>
                <a:gd name="connsiteX14" fmla="*/ 1242630 w 2306505"/>
                <a:gd name="connsiteY14" fmla="*/ 1758711 h 1758710"/>
                <a:gd name="connsiteX15" fmla="*/ 1352189 w 2306505"/>
                <a:gd name="connsiteY15" fmla="*/ 1672217 h 1758710"/>
                <a:gd name="connsiteX16" fmla="*/ 2277674 w 2306505"/>
                <a:gd name="connsiteY16" fmla="*/ 1672217 h 1758710"/>
                <a:gd name="connsiteX17" fmla="*/ 2306505 w 2306505"/>
                <a:gd name="connsiteY17" fmla="*/ 1643385 h 1758710"/>
                <a:gd name="connsiteX18" fmla="*/ 2306505 w 2306505"/>
                <a:gd name="connsiteY18" fmla="*/ 259482 h 1758710"/>
                <a:gd name="connsiteX19" fmla="*/ 2277674 w 2306505"/>
                <a:gd name="connsiteY19" fmla="*/ 230651 h 1758710"/>
                <a:gd name="connsiteX20" fmla="*/ 2047023 w 2306505"/>
                <a:gd name="connsiteY20" fmla="*/ 124552 h 1758710"/>
                <a:gd name="connsiteX21" fmla="*/ 2047023 w 2306505"/>
                <a:gd name="connsiteY21" fmla="*/ 1447909 h 1758710"/>
                <a:gd name="connsiteX22" fmla="*/ 1182084 w 2306505"/>
                <a:gd name="connsiteY22" fmla="*/ 1447909 h 1758710"/>
                <a:gd name="connsiteX23" fmla="*/ 1182084 w 2306505"/>
                <a:gd name="connsiteY23" fmla="*/ 124552 h 1758710"/>
                <a:gd name="connsiteX24" fmla="*/ 2047023 w 2306505"/>
                <a:gd name="connsiteY24" fmla="*/ 124552 h 1758710"/>
                <a:gd name="connsiteX25" fmla="*/ 259482 w 2306505"/>
                <a:gd name="connsiteY25" fmla="*/ 124552 h 1758710"/>
                <a:gd name="connsiteX26" fmla="*/ 1124421 w 2306505"/>
                <a:gd name="connsiteY26" fmla="*/ 124552 h 1758710"/>
                <a:gd name="connsiteX27" fmla="*/ 1124421 w 2306505"/>
                <a:gd name="connsiteY27" fmla="*/ 1447909 h 1758710"/>
                <a:gd name="connsiteX28" fmla="*/ 259482 w 2306505"/>
                <a:gd name="connsiteY28" fmla="*/ 1447909 h 1758710"/>
                <a:gd name="connsiteX29" fmla="*/ 2248843 w 2306505"/>
                <a:gd name="connsiteY29" fmla="*/ 1614554 h 1758710"/>
                <a:gd name="connsiteX30" fmla="*/ 1326240 w 2306505"/>
                <a:gd name="connsiteY30" fmla="*/ 1614554 h 1758710"/>
                <a:gd name="connsiteX31" fmla="*/ 1297409 w 2306505"/>
                <a:gd name="connsiteY31" fmla="*/ 1643385 h 1758710"/>
                <a:gd name="connsiteX32" fmla="*/ 1297409 w 2306505"/>
                <a:gd name="connsiteY32" fmla="*/ 1646268 h 1758710"/>
                <a:gd name="connsiteX33" fmla="*/ 1242630 w 2306505"/>
                <a:gd name="connsiteY33" fmla="*/ 1701048 h 1758710"/>
                <a:gd name="connsiteX34" fmla="*/ 1063876 w 2306505"/>
                <a:gd name="connsiteY34" fmla="*/ 1701048 h 1758710"/>
                <a:gd name="connsiteX35" fmla="*/ 1009096 w 2306505"/>
                <a:gd name="connsiteY35" fmla="*/ 1646268 h 1758710"/>
                <a:gd name="connsiteX36" fmla="*/ 1009096 w 2306505"/>
                <a:gd name="connsiteY36" fmla="*/ 1643385 h 1758710"/>
                <a:gd name="connsiteX37" fmla="*/ 980265 w 2306505"/>
                <a:gd name="connsiteY37" fmla="*/ 1614554 h 1758710"/>
                <a:gd name="connsiteX38" fmla="*/ 57663 w 2306505"/>
                <a:gd name="connsiteY38" fmla="*/ 1614554 h 1758710"/>
                <a:gd name="connsiteX39" fmla="*/ 57663 w 2306505"/>
                <a:gd name="connsiteY39" fmla="*/ 288314 h 1758710"/>
                <a:gd name="connsiteX40" fmla="*/ 201819 w 2306505"/>
                <a:gd name="connsiteY40" fmla="*/ 288314 h 1758710"/>
                <a:gd name="connsiteX41" fmla="*/ 201819 w 2306505"/>
                <a:gd name="connsiteY41" fmla="*/ 1487696 h 1758710"/>
                <a:gd name="connsiteX42" fmla="*/ 230642 w 2306505"/>
                <a:gd name="connsiteY42" fmla="*/ 1516536 h 1758710"/>
                <a:gd name="connsiteX43" fmla="*/ 240021 w 2306505"/>
                <a:gd name="connsiteY43" fmla="*/ 1514971 h 1758710"/>
                <a:gd name="connsiteX44" fmla="*/ 1143882 w 2306505"/>
                <a:gd name="connsiteY44" fmla="*/ 1514971 h 1758710"/>
                <a:gd name="connsiteX45" fmla="*/ 1145324 w 2306505"/>
                <a:gd name="connsiteY45" fmla="*/ 1515201 h 1758710"/>
                <a:gd name="connsiteX46" fmla="*/ 1151869 w 2306505"/>
                <a:gd name="connsiteY46" fmla="*/ 1516297 h 1758710"/>
                <a:gd name="connsiteX47" fmla="*/ 1153253 w 2306505"/>
                <a:gd name="connsiteY47" fmla="*/ 1516528 h 1758710"/>
                <a:gd name="connsiteX48" fmla="*/ 1154319 w 2306505"/>
                <a:gd name="connsiteY48" fmla="*/ 1516355 h 1758710"/>
                <a:gd name="connsiteX49" fmla="*/ 1160806 w 2306505"/>
                <a:gd name="connsiteY49" fmla="*/ 1515374 h 1758710"/>
                <a:gd name="connsiteX50" fmla="*/ 1162248 w 2306505"/>
                <a:gd name="connsiteY50" fmla="*/ 1515057 h 1758710"/>
                <a:gd name="connsiteX51" fmla="*/ 1162623 w 2306505"/>
                <a:gd name="connsiteY51" fmla="*/ 1515057 h 1758710"/>
                <a:gd name="connsiteX52" fmla="*/ 2066484 w 2306505"/>
                <a:gd name="connsiteY52" fmla="*/ 1515057 h 1758710"/>
                <a:gd name="connsiteX53" fmla="*/ 2075855 w 2306505"/>
                <a:gd name="connsiteY53" fmla="*/ 1516528 h 1758710"/>
                <a:gd name="connsiteX54" fmla="*/ 2104686 w 2306505"/>
                <a:gd name="connsiteY54" fmla="*/ 1487696 h 1758710"/>
                <a:gd name="connsiteX55" fmla="*/ 2104686 w 2306505"/>
                <a:gd name="connsiteY55" fmla="*/ 288314 h 1758710"/>
                <a:gd name="connsiteX56" fmla="*/ 2248843 w 2306505"/>
                <a:gd name="connsiteY56" fmla="*/ 288314 h 1758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2306505" h="1758710">
                  <a:moveTo>
                    <a:pt x="2277674" y="230651"/>
                  </a:moveTo>
                  <a:lnTo>
                    <a:pt x="2104686" y="230651"/>
                  </a:lnTo>
                  <a:lnTo>
                    <a:pt x="2104686" y="103793"/>
                  </a:lnTo>
                  <a:cubicBezTo>
                    <a:pt x="2104689" y="91479"/>
                    <a:pt x="2096870" y="80521"/>
                    <a:pt x="2085225" y="76519"/>
                  </a:cubicBezTo>
                  <a:cubicBezTo>
                    <a:pt x="1782934" y="-24391"/>
                    <a:pt x="1456221" y="-25504"/>
                    <a:pt x="1153253" y="73347"/>
                  </a:cubicBezTo>
                  <a:cubicBezTo>
                    <a:pt x="850287" y="-25512"/>
                    <a:pt x="523574" y="-24411"/>
                    <a:pt x="221280" y="76490"/>
                  </a:cubicBezTo>
                  <a:cubicBezTo>
                    <a:pt x="209624" y="80495"/>
                    <a:pt x="201802" y="91468"/>
                    <a:pt x="201819" y="103793"/>
                  </a:cubicBezTo>
                  <a:lnTo>
                    <a:pt x="201819" y="230651"/>
                  </a:lnTo>
                  <a:lnTo>
                    <a:pt x="28831" y="230651"/>
                  </a:lnTo>
                  <a:cubicBezTo>
                    <a:pt x="12908" y="230651"/>
                    <a:pt x="0" y="243559"/>
                    <a:pt x="0" y="259482"/>
                  </a:cubicBezTo>
                  <a:lnTo>
                    <a:pt x="0" y="1643385"/>
                  </a:lnTo>
                  <a:cubicBezTo>
                    <a:pt x="0" y="1659309"/>
                    <a:pt x="12908" y="1672217"/>
                    <a:pt x="28831" y="1672217"/>
                  </a:cubicBezTo>
                  <a:lnTo>
                    <a:pt x="954316" y="1672217"/>
                  </a:lnTo>
                  <a:cubicBezTo>
                    <a:pt x="966411" y="1722934"/>
                    <a:pt x="1011737" y="1758716"/>
                    <a:pt x="1063876" y="1758711"/>
                  </a:cubicBezTo>
                  <a:lnTo>
                    <a:pt x="1242630" y="1758711"/>
                  </a:lnTo>
                  <a:cubicBezTo>
                    <a:pt x="1294768" y="1758716"/>
                    <a:pt x="1340094" y="1722934"/>
                    <a:pt x="1352189" y="1672217"/>
                  </a:cubicBezTo>
                  <a:lnTo>
                    <a:pt x="2277674" y="1672217"/>
                  </a:lnTo>
                  <a:cubicBezTo>
                    <a:pt x="2293597" y="1672217"/>
                    <a:pt x="2306505" y="1659309"/>
                    <a:pt x="2306505" y="1643385"/>
                  </a:cubicBezTo>
                  <a:lnTo>
                    <a:pt x="2306505" y="259482"/>
                  </a:lnTo>
                  <a:cubicBezTo>
                    <a:pt x="2306505" y="243559"/>
                    <a:pt x="2293597" y="230651"/>
                    <a:pt x="2277674" y="230651"/>
                  </a:cubicBezTo>
                  <a:close/>
                  <a:moveTo>
                    <a:pt x="2047023" y="124552"/>
                  </a:moveTo>
                  <a:lnTo>
                    <a:pt x="2047023" y="1447909"/>
                  </a:lnTo>
                  <a:cubicBezTo>
                    <a:pt x="1765041" y="1362453"/>
                    <a:pt x="1464066" y="1362453"/>
                    <a:pt x="1182084" y="1447909"/>
                  </a:cubicBezTo>
                  <a:lnTo>
                    <a:pt x="1182084" y="124552"/>
                  </a:lnTo>
                  <a:cubicBezTo>
                    <a:pt x="1463501" y="35365"/>
                    <a:pt x="1765606" y="35365"/>
                    <a:pt x="2047023" y="124552"/>
                  </a:cubicBezTo>
                  <a:close/>
                  <a:moveTo>
                    <a:pt x="259482" y="124552"/>
                  </a:moveTo>
                  <a:cubicBezTo>
                    <a:pt x="540899" y="35365"/>
                    <a:pt x="843005" y="35365"/>
                    <a:pt x="1124421" y="124552"/>
                  </a:cubicBezTo>
                  <a:lnTo>
                    <a:pt x="1124421" y="1447909"/>
                  </a:lnTo>
                  <a:cubicBezTo>
                    <a:pt x="842439" y="1362453"/>
                    <a:pt x="541464" y="1362453"/>
                    <a:pt x="259482" y="1447909"/>
                  </a:cubicBezTo>
                  <a:close/>
                  <a:moveTo>
                    <a:pt x="2248843" y="1614554"/>
                  </a:moveTo>
                  <a:lnTo>
                    <a:pt x="1326240" y="1614554"/>
                  </a:lnTo>
                  <a:cubicBezTo>
                    <a:pt x="1310317" y="1614554"/>
                    <a:pt x="1297409" y="1627462"/>
                    <a:pt x="1297409" y="1643385"/>
                  </a:cubicBezTo>
                  <a:lnTo>
                    <a:pt x="1297409" y="1646268"/>
                  </a:lnTo>
                  <a:cubicBezTo>
                    <a:pt x="1297409" y="1676521"/>
                    <a:pt x="1272882" y="1701048"/>
                    <a:pt x="1242630" y="1701048"/>
                  </a:cubicBezTo>
                  <a:lnTo>
                    <a:pt x="1063876" y="1701048"/>
                  </a:lnTo>
                  <a:cubicBezTo>
                    <a:pt x="1033623" y="1701048"/>
                    <a:pt x="1009096" y="1676521"/>
                    <a:pt x="1009096" y="1646268"/>
                  </a:cubicBezTo>
                  <a:lnTo>
                    <a:pt x="1009096" y="1643385"/>
                  </a:lnTo>
                  <a:cubicBezTo>
                    <a:pt x="1009096" y="1627462"/>
                    <a:pt x="996188" y="1614554"/>
                    <a:pt x="980265" y="1614554"/>
                  </a:cubicBezTo>
                  <a:lnTo>
                    <a:pt x="57663" y="1614554"/>
                  </a:lnTo>
                  <a:lnTo>
                    <a:pt x="57663" y="288314"/>
                  </a:lnTo>
                  <a:lnTo>
                    <a:pt x="201819" y="288314"/>
                  </a:lnTo>
                  <a:lnTo>
                    <a:pt x="201819" y="1487696"/>
                  </a:lnTo>
                  <a:cubicBezTo>
                    <a:pt x="201813" y="1503620"/>
                    <a:pt x="214718" y="1516530"/>
                    <a:pt x="230642" y="1516536"/>
                  </a:cubicBezTo>
                  <a:cubicBezTo>
                    <a:pt x="233833" y="1516536"/>
                    <a:pt x="237002" y="1516009"/>
                    <a:pt x="240021" y="1514971"/>
                  </a:cubicBezTo>
                  <a:cubicBezTo>
                    <a:pt x="533365" y="1417138"/>
                    <a:pt x="850538" y="1417138"/>
                    <a:pt x="1143882" y="1514971"/>
                  </a:cubicBezTo>
                  <a:cubicBezTo>
                    <a:pt x="1144358" y="1515077"/>
                    <a:pt x="1144840" y="1515155"/>
                    <a:pt x="1145324" y="1515201"/>
                  </a:cubicBezTo>
                  <a:cubicBezTo>
                    <a:pt x="1147455" y="1515827"/>
                    <a:pt x="1149652" y="1516196"/>
                    <a:pt x="1151869" y="1516297"/>
                  </a:cubicBezTo>
                  <a:cubicBezTo>
                    <a:pt x="1152330" y="1516297"/>
                    <a:pt x="1152791" y="1516528"/>
                    <a:pt x="1153253" y="1516528"/>
                  </a:cubicBezTo>
                  <a:cubicBezTo>
                    <a:pt x="1153714" y="1516528"/>
                    <a:pt x="1153973" y="1516383"/>
                    <a:pt x="1154319" y="1516355"/>
                  </a:cubicBezTo>
                  <a:cubicBezTo>
                    <a:pt x="1156513" y="1516285"/>
                    <a:pt x="1158690" y="1515957"/>
                    <a:pt x="1160806" y="1515374"/>
                  </a:cubicBezTo>
                  <a:cubicBezTo>
                    <a:pt x="1161268" y="1515374"/>
                    <a:pt x="1161758" y="1515201"/>
                    <a:pt x="1162248" y="1515057"/>
                  </a:cubicBezTo>
                  <a:lnTo>
                    <a:pt x="1162623" y="1515057"/>
                  </a:lnTo>
                  <a:cubicBezTo>
                    <a:pt x="1455967" y="1417224"/>
                    <a:pt x="1773140" y="1417224"/>
                    <a:pt x="2066484" y="1515057"/>
                  </a:cubicBezTo>
                  <a:cubicBezTo>
                    <a:pt x="2069506" y="1516055"/>
                    <a:pt x="2072672" y="1516551"/>
                    <a:pt x="2075855" y="1516528"/>
                  </a:cubicBezTo>
                  <a:cubicBezTo>
                    <a:pt x="2091778" y="1516528"/>
                    <a:pt x="2104686" y="1503620"/>
                    <a:pt x="2104686" y="1487696"/>
                  </a:cubicBezTo>
                  <a:lnTo>
                    <a:pt x="2104686" y="288314"/>
                  </a:lnTo>
                  <a:lnTo>
                    <a:pt x="2248843" y="288314"/>
                  </a:lnTo>
                  <a:close/>
                </a:path>
              </a:pathLst>
            </a:custGeom>
            <a:solidFill>
              <a:schemeClr val="tx1">
                <a:lumMod val="65000"/>
                <a:lumOff val="35000"/>
              </a:schemeClr>
            </a:solidFill>
            <a:ln w="28773" cap="flat">
              <a:noFill/>
              <a:prstDash val="solid"/>
              <a:miter/>
            </a:ln>
          </p:spPr>
          <p:txBody>
            <a:bodyPr rtlCol="0" anchor="ctr"/>
            <a:lstStyle/>
            <a:p>
              <a:endParaRPr lang="de-DE">
                <a:solidFill>
                  <a:schemeClr val="tx1">
                    <a:lumMod val="75000"/>
                    <a:lumOff val="25000"/>
                  </a:schemeClr>
                </a:solidFill>
              </a:endParaRPr>
            </a:p>
          </p:txBody>
        </p:sp>
        <p:sp>
          <p:nvSpPr>
            <p:cNvPr id="16" name="Grafik 11" descr="Lupe mit einfarbiger Füllung">
              <a:extLst>
                <a:ext uri="{FF2B5EF4-FFF2-40B4-BE49-F238E27FC236}">
                  <a16:creationId xmlns:a16="http://schemas.microsoft.com/office/drawing/2014/main" id="{6EA72886-E3E9-44E9-85A4-F6A42B5FD9C2}"/>
                </a:ext>
              </a:extLst>
            </p:cNvPr>
            <p:cNvSpPr/>
            <p:nvPr/>
          </p:nvSpPr>
          <p:spPr>
            <a:xfrm>
              <a:off x="2540199" y="3200968"/>
              <a:ext cx="750498" cy="847644"/>
            </a:xfrm>
            <a:custGeom>
              <a:avLst/>
              <a:gdLst>
                <a:gd name="connsiteX0" fmla="*/ 732473 w 751881"/>
                <a:gd name="connsiteY0" fmla="*/ 638175 h 752474"/>
                <a:gd name="connsiteX1" fmla="*/ 613410 w 751881"/>
                <a:gd name="connsiteY1" fmla="*/ 519112 h 752474"/>
                <a:gd name="connsiteX2" fmla="*/ 554355 w 751881"/>
                <a:gd name="connsiteY2" fmla="*/ 501015 h 752474"/>
                <a:gd name="connsiteX3" fmla="*/ 512445 w 751881"/>
                <a:gd name="connsiteY3" fmla="*/ 459105 h 752474"/>
                <a:gd name="connsiteX4" fmla="*/ 571500 w 751881"/>
                <a:gd name="connsiteY4" fmla="*/ 285750 h 752474"/>
                <a:gd name="connsiteX5" fmla="*/ 285750 w 751881"/>
                <a:gd name="connsiteY5" fmla="*/ 0 h 752474"/>
                <a:gd name="connsiteX6" fmla="*/ 0 w 751881"/>
                <a:gd name="connsiteY6" fmla="*/ 285750 h 752474"/>
                <a:gd name="connsiteX7" fmla="*/ 285750 w 751881"/>
                <a:gd name="connsiteY7" fmla="*/ 571500 h 752474"/>
                <a:gd name="connsiteX8" fmla="*/ 459105 w 751881"/>
                <a:gd name="connsiteY8" fmla="*/ 512445 h 752474"/>
                <a:gd name="connsiteX9" fmla="*/ 501015 w 751881"/>
                <a:gd name="connsiteY9" fmla="*/ 554355 h 752474"/>
                <a:gd name="connsiteX10" fmla="*/ 519112 w 751881"/>
                <a:gd name="connsiteY10" fmla="*/ 613410 h 752474"/>
                <a:gd name="connsiteX11" fmla="*/ 638175 w 751881"/>
                <a:gd name="connsiteY11" fmla="*/ 732473 h 752474"/>
                <a:gd name="connsiteX12" fmla="*/ 685800 w 751881"/>
                <a:gd name="connsiteY12" fmla="*/ 752475 h 752474"/>
                <a:gd name="connsiteX13" fmla="*/ 733425 w 751881"/>
                <a:gd name="connsiteY13" fmla="*/ 732473 h 752474"/>
                <a:gd name="connsiteX14" fmla="*/ 732473 w 751881"/>
                <a:gd name="connsiteY14" fmla="*/ 638175 h 752474"/>
                <a:gd name="connsiteX15" fmla="*/ 284798 w 751881"/>
                <a:gd name="connsiteY15" fmla="*/ 513398 h 752474"/>
                <a:gd name="connsiteX16" fmla="*/ 56197 w 751881"/>
                <a:gd name="connsiteY16" fmla="*/ 284798 h 752474"/>
                <a:gd name="connsiteX17" fmla="*/ 284798 w 751881"/>
                <a:gd name="connsiteY17" fmla="*/ 56197 h 752474"/>
                <a:gd name="connsiteX18" fmla="*/ 513398 w 751881"/>
                <a:gd name="connsiteY18" fmla="*/ 284798 h 752474"/>
                <a:gd name="connsiteX19" fmla="*/ 284798 w 751881"/>
                <a:gd name="connsiteY19" fmla="*/ 513398 h 752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51881" h="752474">
                  <a:moveTo>
                    <a:pt x="732473" y="638175"/>
                  </a:moveTo>
                  <a:lnTo>
                    <a:pt x="613410" y="519112"/>
                  </a:lnTo>
                  <a:cubicBezTo>
                    <a:pt x="597218" y="502920"/>
                    <a:pt x="575310" y="497205"/>
                    <a:pt x="554355" y="501015"/>
                  </a:cubicBezTo>
                  <a:lnTo>
                    <a:pt x="512445" y="459105"/>
                  </a:lnTo>
                  <a:cubicBezTo>
                    <a:pt x="549593" y="411480"/>
                    <a:pt x="571500" y="350520"/>
                    <a:pt x="571500" y="285750"/>
                  </a:cubicBezTo>
                  <a:cubicBezTo>
                    <a:pt x="571500" y="128588"/>
                    <a:pt x="442912" y="0"/>
                    <a:pt x="285750" y="0"/>
                  </a:cubicBezTo>
                  <a:cubicBezTo>
                    <a:pt x="128588" y="0"/>
                    <a:pt x="0" y="128588"/>
                    <a:pt x="0" y="285750"/>
                  </a:cubicBezTo>
                  <a:cubicBezTo>
                    <a:pt x="0" y="442912"/>
                    <a:pt x="128588" y="571500"/>
                    <a:pt x="285750" y="571500"/>
                  </a:cubicBezTo>
                  <a:cubicBezTo>
                    <a:pt x="350520" y="571500"/>
                    <a:pt x="410528" y="549593"/>
                    <a:pt x="459105" y="512445"/>
                  </a:cubicBezTo>
                  <a:lnTo>
                    <a:pt x="501015" y="554355"/>
                  </a:lnTo>
                  <a:cubicBezTo>
                    <a:pt x="497205" y="575310"/>
                    <a:pt x="502920" y="597218"/>
                    <a:pt x="519112" y="613410"/>
                  </a:cubicBezTo>
                  <a:lnTo>
                    <a:pt x="638175" y="732473"/>
                  </a:lnTo>
                  <a:cubicBezTo>
                    <a:pt x="651510" y="745808"/>
                    <a:pt x="668655" y="752475"/>
                    <a:pt x="685800" y="752475"/>
                  </a:cubicBezTo>
                  <a:cubicBezTo>
                    <a:pt x="702945" y="752475"/>
                    <a:pt x="720090" y="745808"/>
                    <a:pt x="733425" y="732473"/>
                  </a:cubicBezTo>
                  <a:cubicBezTo>
                    <a:pt x="758190" y="705802"/>
                    <a:pt x="758190" y="663893"/>
                    <a:pt x="732473" y="638175"/>
                  </a:cubicBezTo>
                  <a:close/>
                  <a:moveTo>
                    <a:pt x="284798" y="513398"/>
                  </a:moveTo>
                  <a:cubicBezTo>
                    <a:pt x="159067" y="513398"/>
                    <a:pt x="56197" y="410528"/>
                    <a:pt x="56197" y="284798"/>
                  </a:cubicBezTo>
                  <a:cubicBezTo>
                    <a:pt x="56197" y="159067"/>
                    <a:pt x="159067" y="56197"/>
                    <a:pt x="284798" y="56197"/>
                  </a:cubicBezTo>
                  <a:cubicBezTo>
                    <a:pt x="410528" y="56197"/>
                    <a:pt x="513398" y="159067"/>
                    <a:pt x="513398" y="284798"/>
                  </a:cubicBezTo>
                  <a:cubicBezTo>
                    <a:pt x="513398" y="410528"/>
                    <a:pt x="410528" y="513398"/>
                    <a:pt x="284798" y="513398"/>
                  </a:cubicBezTo>
                  <a:close/>
                </a:path>
              </a:pathLst>
            </a:custGeom>
            <a:solidFill>
              <a:schemeClr val="tx1">
                <a:lumMod val="75000"/>
                <a:lumOff val="25000"/>
              </a:schemeClr>
            </a:solidFill>
            <a:ln w="9525" cap="flat">
              <a:noFill/>
              <a:prstDash val="solid"/>
              <a:miter/>
            </a:ln>
          </p:spPr>
          <p:txBody>
            <a:bodyPr rtlCol="0" anchor="ctr"/>
            <a:lstStyle/>
            <a:p>
              <a:endParaRPr lang="de-DE">
                <a:solidFill>
                  <a:schemeClr val="tx1">
                    <a:lumMod val="75000"/>
                    <a:lumOff val="25000"/>
                  </a:schemeClr>
                </a:solidFill>
              </a:endParaRPr>
            </a:p>
          </p:txBody>
        </p:sp>
      </p:grpSp>
    </p:spTree>
    <p:extLst>
      <p:ext uri="{BB962C8B-B14F-4D97-AF65-F5344CB8AC3E}">
        <p14:creationId xmlns:p14="http://schemas.microsoft.com/office/powerpoint/2010/main" val="20795810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hapter Summary">
    <p:spTree>
      <p:nvGrpSpPr>
        <p:cNvPr id="1" name=""/>
        <p:cNvGrpSpPr/>
        <p:nvPr/>
      </p:nvGrpSpPr>
      <p:grpSpPr>
        <a:xfrm>
          <a:off x="0" y="0"/>
          <a:ext cx="0" cy="0"/>
          <a:chOff x="0" y="0"/>
          <a:chExt cx="0" cy="0"/>
        </a:xfrm>
      </p:grpSpPr>
      <p:sp>
        <p:nvSpPr>
          <p:cNvPr id="11" name="Rechtwinkliges Dreieck 10">
            <a:extLst>
              <a:ext uri="{FF2B5EF4-FFF2-40B4-BE49-F238E27FC236}">
                <a16:creationId xmlns:a16="http://schemas.microsoft.com/office/drawing/2014/main" id="{48F6BD39-0EA6-4292-AF3B-8AAD75F01F31}"/>
              </a:ext>
            </a:extLst>
          </p:cNvPr>
          <p:cNvSpPr/>
          <p:nvPr userDrawn="1"/>
        </p:nvSpPr>
        <p:spPr>
          <a:xfrm rot="5400000" flipV="1">
            <a:off x="8929580" y="-19493"/>
            <a:ext cx="3242930" cy="3281917"/>
          </a:xfrm>
          <a:prstGeom prst="rtTriangl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le 1"/>
          <p:cNvSpPr>
            <a:spLocks noGrp="1"/>
          </p:cNvSpPr>
          <p:nvPr>
            <p:ph type="title" hasCustomPrompt="1"/>
          </p:nvPr>
        </p:nvSpPr>
        <p:spPr>
          <a:xfrm>
            <a:off x="1340269" y="600658"/>
            <a:ext cx="8085904" cy="549271"/>
          </a:xfrm>
          <a:prstGeom prst="rect">
            <a:avLst/>
          </a:prstGeom>
        </p:spPr>
        <p:txBody>
          <a:bodyPr lIns="0" tIns="0" rIns="0" bIns="0">
            <a:normAutofit/>
          </a:bodyPr>
          <a:lstStyle>
            <a:lvl1pPr>
              <a:defRPr sz="2800">
                <a:solidFill>
                  <a:srgbClr val="626254"/>
                </a:solidFill>
                <a:latin typeface="Arial" panose="020B0604020202020204" pitchFamily="34" charset="0"/>
                <a:cs typeface="Arial" panose="020B0604020202020204" pitchFamily="34" charset="0"/>
              </a:defRPr>
            </a:lvl1pPr>
          </a:lstStyle>
          <a:p>
            <a:r>
              <a:rPr lang="de-DE"/>
              <a:t>Chapter Summary</a:t>
            </a:r>
            <a:endParaRPr lang="en-US"/>
          </a:p>
        </p:txBody>
      </p:sp>
      <p:sp>
        <p:nvSpPr>
          <p:cNvPr id="6" name="Content Placeholder 2">
            <a:extLst>
              <a:ext uri="{FF2B5EF4-FFF2-40B4-BE49-F238E27FC236}">
                <a16:creationId xmlns:a16="http://schemas.microsoft.com/office/drawing/2014/main" id="{248F8264-0B3E-4ECC-8DF7-4D40B73F7BB8}"/>
              </a:ext>
            </a:extLst>
          </p:cNvPr>
          <p:cNvSpPr>
            <a:spLocks noGrp="1"/>
          </p:cNvSpPr>
          <p:nvPr>
            <p:ph idx="1"/>
          </p:nvPr>
        </p:nvSpPr>
        <p:spPr>
          <a:xfrm>
            <a:off x="1336431" y="1378990"/>
            <a:ext cx="8753142" cy="4267200"/>
          </a:xfrm>
          <a:prstGeom prst="rect">
            <a:avLst/>
          </a:prstGeom>
          <a:solidFill>
            <a:schemeClr val="bg1"/>
          </a:solidFill>
        </p:spPr>
        <p:txBody>
          <a:bodyPr lIns="0" tIns="0" rIns="0" bIns="0"/>
          <a:lstStyle>
            <a:lvl1pPr marL="0" indent="0">
              <a:lnSpc>
                <a:spcPct val="120000"/>
              </a:lnSpc>
              <a:spcBef>
                <a:spcPts val="0"/>
              </a:spcBef>
              <a:spcAft>
                <a:spcPts val="600"/>
              </a:spcAft>
              <a:buFont typeface="Arial" panose="020B0604020202020204" pitchFamily="34" charset="0"/>
              <a:buNone/>
              <a:defRPr sz="1800">
                <a:solidFill>
                  <a:srgbClr val="626254"/>
                </a:solidFill>
                <a:latin typeface="Arial" panose="020B0604020202020204" pitchFamily="34" charset="0"/>
                <a:cs typeface="Arial" panose="020B0604020202020204" pitchFamily="34" charset="0"/>
              </a:defRPr>
            </a:lvl1pPr>
            <a:lvl2pPr>
              <a:defRPr>
                <a:solidFill>
                  <a:srgbClr val="626254"/>
                </a:solidFill>
              </a:defRPr>
            </a:lvl2pPr>
            <a:lvl3pPr>
              <a:defRPr>
                <a:solidFill>
                  <a:srgbClr val="626254"/>
                </a:solidFill>
              </a:defRPr>
            </a:lvl3pPr>
            <a:lvl4pPr>
              <a:defRPr>
                <a:solidFill>
                  <a:srgbClr val="626254"/>
                </a:solidFill>
              </a:defRPr>
            </a:lvl4pPr>
            <a:lvl5pPr>
              <a:defRPr>
                <a:solidFill>
                  <a:srgbClr val="626254"/>
                </a:solidFill>
              </a:defRPr>
            </a:lvl5pPr>
          </a:lstStyle>
          <a:p>
            <a:pPr lvl="0"/>
            <a:r>
              <a:rPr lang="de-DE"/>
              <a:t>Textmasterformat bearbeiten</a:t>
            </a:r>
          </a:p>
        </p:txBody>
      </p:sp>
      <p:sp>
        <p:nvSpPr>
          <p:cNvPr id="9" name="Rechtwinkliges Dreieck 8">
            <a:extLst>
              <a:ext uri="{FF2B5EF4-FFF2-40B4-BE49-F238E27FC236}">
                <a16:creationId xmlns:a16="http://schemas.microsoft.com/office/drawing/2014/main" id="{0654A125-4D54-4873-B333-AA1742C27126}"/>
              </a:ext>
            </a:extLst>
          </p:cNvPr>
          <p:cNvSpPr/>
          <p:nvPr userDrawn="1"/>
        </p:nvSpPr>
        <p:spPr>
          <a:xfrm rot="5400000" flipH="1" flipV="1">
            <a:off x="7589877" y="2255872"/>
            <a:ext cx="6858001" cy="2346253"/>
          </a:xfrm>
          <a:prstGeom prst="rtTriangle">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Bild 8">
            <a:extLst>
              <a:ext uri="{FF2B5EF4-FFF2-40B4-BE49-F238E27FC236}">
                <a16:creationId xmlns:a16="http://schemas.microsoft.com/office/drawing/2014/main" id="{DBFBEF15-F34C-4276-9EFB-978624E3A6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50692" y="183740"/>
            <a:ext cx="2316793" cy="1055299"/>
          </a:xfrm>
          <a:prstGeom prst="rect">
            <a:avLst/>
          </a:prstGeom>
        </p:spPr>
      </p:pic>
      <p:pic>
        <p:nvPicPr>
          <p:cNvPr id="8" name="Grafik 7" descr="Route zwei Stecknadeln mit Weg Silhouette">
            <a:extLst>
              <a:ext uri="{FF2B5EF4-FFF2-40B4-BE49-F238E27FC236}">
                <a16:creationId xmlns:a16="http://schemas.microsoft.com/office/drawing/2014/main" id="{29889265-10A8-4ACD-A790-D1F6C5FCC41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582317" y="5364169"/>
            <a:ext cx="1116943" cy="1116943"/>
          </a:xfrm>
          <a:prstGeom prst="rect">
            <a:avLst/>
          </a:prstGeom>
        </p:spPr>
      </p:pic>
    </p:spTree>
    <p:extLst>
      <p:ext uri="{BB962C8B-B14F-4D97-AF65-F5344CB8AC3E}">
        <p14:creationId xmlns:p14="http://schemas.microsoft.com/office/powerpoint/2010/main" val="37772416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Key Points">
    <p:spTree>
      <p:nvGrpSpPr>
        <p:cNvPr id="1" name=""/>
        <p:cNvGrpSpPr/>
        <p:nvPr/>
      </p:nvGrpSpPr>
      <p:grpSpPr>
        <a:xfrm>
          <a:off x="0" y="0"/>
          <a:ext cx="0" cy="0"/>
          <a:chOff x="0" y="0"/>
          <a:chExt cx="0" cy="0"/>
        </a:xfrm>
      </p:grpSpPr>
      <p:sp>
        <p:nvSpPr>
          <p:cNvPr id="11" name="Rechtwinkliges Dreieck 10">
            <a:extLst>
              <a:ext uri="{FF2B5EF4-FFF2-40B4-BE49-F238E27FC236}">
                <a16:creationId xmlns:a16="http://schemas.microsoft.com/office/drawing/2014/main" id="{48F6BD39-0EA6-4292-AF3B-8AAD75F01F31}"/>
              </a:ext>
            </a:extLst>
          </p:cNvPr>
          <p:cNvSpPr/>
          <p:nvPr userDrawn="1"/>
        </p:nvSpPr>
        <p:spPr>
          <a:xfrm rot="5400000" flipV="1">
            <a:off x="8929580" y="-19493"/>
            <a:ext cx="3242930" cy="3281917"/>
          </a:xfrm>
          <a:prstGeom prst="rtTriangl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le 1"/>
          <p:cNvSpPr>
            <a:spLocks noGrp="1"/>
          </p:cNvSpPr>
          <p:nvPr>
            <p:ph type="title" hasCustomPrompt="1"/>
          </p:nvPr>
        </p:nvSpPr>
        <p:spPr>
          <a:xfrm>
            <a:off x="1340269" y="600658"/>
            <a:ext cx="8085904" cy="549271"/>
          </a:xfrm>
          <a:prstGeom prst="rect">
            <a:avLst/>
          </a:prstGeom>
        </p:spPr>
        <p:txBody>
          <a:bodyPr lIns="0" tIns="0" rIns="0" bIns="0">
            <a:normAutofit/>
          </a:bodyPr>
          <a:lstStyle>
            <a:lvl1pPr>
              <a:defRPr sz="2800">
                <a:solidFill>
                  <a:srgbClr val="626254"/>
                </a:solidFill>
                <a:latin typeface="Arial" panose="020B0604020202020204" pitchFamily="34" charset="0"/>
                <a:cs typeface="Arial" panose="020B0604020202020204" pitchFamily="34" charset="0"/>
              </a:defRPr>
            </a:lvl1pPr>
          </a:lstStyle>
          <a:p>
            <a:r>
              <a:rPr lang="de-DE"/>
              <a:t>Key Points</a:t>
            </a:r>
            <a:endParaRPr lang="en-US"/>
          </a:p>
        </p:txBody>
      </p:sp>
      <p:sp>
        <p:nvSpPr>
          <p:cNvPr id="6" name="Content Placeholder 2">
            <a:extLst>
              <a:ext uri="{FF2B5EF4-FFF2-40B4-BE49-F238E27FC236}">
                <a16:creationId xmlns:a16="http://schemas.microsoft.com/office/drawing/2014/main" id="{248F8264-0B3E-4ECC-8DF7-4D40B73F7BB8}"/>
              </a:ext>
            </a:extLst>
          </p:cNvPr>
          <p:cNvSpPr>
            <a:spLocks noGrp="1"/>
          </p:cNvSpPr>
          <p:nvPr>
            <p:ph idx="1"/>
          </p:nvPr>
        </p:nvSpPr>
        <p:spPr>
          <a:xfrm>
            <a:off x="1336431" y="1378990"/>
            <a:ext cx="8753142" cy="4267200"/>
          </a:xfrm>
          <a:prstGeom prst="rect">
            <a:avLst/>
          </a:prstGeom>
          <a:solidFill>
            <a:schemeClr val="bg1"/>
          </a:solidFill>
        </p:spPr>
        <p:txBody>
          <a:bodyPr lIns="0" tIns="0" rIns="0" bIns="0"/>
          <a:lstStyle>
            <a:lvl1pPr marL="285750" indent="-285750">
              <a:lnSpc>
                <a:spcPct val="120000"/>
              </a:lnSpc>
              <a:spcBef>
                <a:spcPts val="0"/>
              </a:spcBef>
              <a:spcAft>
                <a:spcPts val="600"/>
              </a:spcAft>
              <a:buFont typeface="Arial" panose="020B0604020202020204" pitchFamily="34" charset="0"/>
              <a:buChar char="•"/>
              <a:defRPr sz="1800">
                <a:solidFill>
                  <a:srgbClr val="626254"/>
                </a:solidFill>
                <a:latin typeface="Arial" panose="020B0604020202020204" pitchFamily="34" charset="0"/>
                <a:cs typeface="Arial" panose="020B0604020202020204" pitchFamily="34" charset="0"/>
              </a:defRPr>
            </a:lvl1pPr>
            <a:lvl2pPr>
              <a:defRPr>
                <a:solidFill>
                  <a:srgbClr val="626254"/>
                </a:solidFill>
              </a:defRPr>
            </a:lvl2pPr>
            <a:lvl3pPr>
              <a:defRPr>
                <a:solidFill>
                  <a:srgbClr val="626254"/>
                </a:solidFill>
              </a:defRPr>
            </a:lvl3pPr>
            <a:lvl4pPr>
              <a:defRPr>
                <a:solidFill>
                  <a:srgbClr val="626254"/>
                </a:solidFill>
              </a:defRPr>
            </a:lvl4pPr>
            <a:lvl5pPr>
              <a:defRPr>
                <a:solidFill>
                  <a:srgbClr val="626254"/>
                </a:solidFill>
              </a:defRPr>
            </a:lvl5pPr>
          </a:lstStyle>
          <a:p>
            <a:pPr lvl="0"/>
            <a:r>
              <a:rPr lang="de-DE"/>
              <a:t>Textmasterformat bearbeiten</a:t>
            </a:r>
          </a:p>
        </p:txBody>
      </p:sp>
      <p:sp>
        <p:nvSpPr>
          <p:cNvPr id="9" name="Rechtwinkliges Dreieck 8">
            <a:extLst>
              <a:ext uri="{FF2B5EF4-FFF2-40B4-BE49-F238E27FC236}">
                <a16:creationId xmlns:a16="http://schemas.microsoft.com/office/drawing/2014/main" id="{0654A125-4D54-4873-B333-AA1742C27126}"/>
              </a:ext>
            </a:extLst>
          </p:cNvPr>
          <p:cNvSpPr/>
          <p:nvPr userDrawn="1"/>
        </p:nvSpPr>
        <p:spPr>
          <a:xfrm rot="5400000" flipH="1" flipV="1">
            <a:off x="7589877" y="2255872"/>
            <a:ext cx="6858001" cy="2346253"/>
          </a:xfrm>
          <a:prstGeom prst="rtTriangle">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Bild 8">
            <a:extLst>
              <a:ext uri="{FF2B5EF4-FFF2-40B4-BE49-F238E27FC236}">
                <a16:creationId xmlns:a16="http://schemas.microsoft.com/office/drawing/2014/main" id="{DBFBEF15-F34C-4276-9EFB-978624E3A6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50692" y="183740"/>
            <a:ext cx="2316793" cy="1055299"/>
          </a:xfrm>
          <a:prstGeom prst="rect">
            <a:avLst/>
          </a:prstGeom>
        </p:spPr>
      </p:pic>
      <p:pic>
        <p:nvPicPr>
          <p:cNvPr id="23" name="Grafik 22" descr="Volltreffer Silhouette">
            <a:extLst>
              <a:ext uri="{FF2B5EF4-FFF2-40B4-BE49-F238E27FC236}">
                <a16:creationId xmlns:a16="http://schemas.microsoft.com/office/drawing/2014/main" id="{B86F9D15-F42D-489D-A0C8-03D32AC3946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667645" y="5404761"/>
            <a:ext cx="1209163" cy="1209163"/>
          </a:xfrm>
          <a:prstGeom prst="rect">
            <a:avLst/>
          </a:prstGeom>
        </p:spPr>
      </p:pic>
      <p:grpSp>
        <p:nvGrpSpPr>
          <p:cNvPr id="24" name="Gruppieren 23">
            <a:extLst>
              <a:ext uri="{FF2B5EF4-FFF2-40B4-BE49-F238E27FC236}">
                <a16:creationId xmlns:a16="http://schemas.microsoft.com/office/drawing/2014/main" id="{B30883C5-7CED-4222-9B7A-693584D28B9D}"/>
              </a:ext>
            </a:extLst>
          </p:cNvPr>
          <p:cNvGrpSpPr/>
          <p:nvPr userDrawn="1"/>
        </p:nvGrpSpPr>
        <p:grpSpPr>
          <a:xfrm>
            <a:off x="225945" y="468083"/>
            <a:ext cx="769424" cy="777434"/>
            <a:chOff x="5108423" y="1884404"/>
            <a:chExt cx="1975155" cy="1927655"/>
          </a:xfrm>
        </p:grpSpPr>
        <p:pic>
          <p:nvPicPr>
            <p:cNvPr id="25" name="Grafik 24" descr="Schlüssel Silhouette">
              <a:extLst>
                <a:ext uri="{FF2B5EF4-FFF2-40B4-BE49-F238E27FC236}">
                  <a16:creationId xmlns:a16="http://schemas.microsoft.com/office/drawing/2014/main" id="{3F8A1648-4D72-4882-B8CC-3B8D1E40B1E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8815214">
              <a:off x="5269490" y="2103393"/>
              <a:ext cx="1500722" cy="1552563"/>
            </a:xfrm>
            <a:prstGeom prst="rect">
              <a:avLst/>
            </a:prstGeom>
          </p:spPr>
        </p:pic>
        <p:sp>
          <p:nvSpPr>
            <p:cNvPr id="26" name="Oval 9">
              <a:extLst>
                <a:ext uri="{FF2B5EF4-FFF2-40B4-BE49-F238E27FC236}">
                  <a16:creationId xmlns:a16="http://schemas.microsoft.com/office/drawing/2014/main" id="{A9D05867-D2E3-4743-B8A7-9E5C3444C2A5}"/>
                </a:ext>
              </a:extLst>
            </p:cNvPr>
            <p:cNvSpPr/>
            <p:nvPr/>
          </p:nvSpPr>
          <p:spPr>
            <a:xfrm>
              <a:off x="5108423" y="1884404"/>
              <a:ext cx="1975155" cy="1927655"/>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a:p>
          </p:txBody>
        </p:sp>
      </p:grpSp>
    </p:spTree>
    <p:extLst>
      <p:ext uri="{BB962C8B-B14F-4D97-AF65-F5344CB8AC3E}">
        <p14:creationId xmlns:p14="http://schemas.microsoft.com/office/powerpoint/2010/main" val="25225263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Opening Case rev">
    <p:spTree>
      <p:nvGrpSpPr>
        <p:cNvPr id="1" name=""/>
        <p:cNvGrpSpPr/>
        <p:nvPr/>
      </p:nvGrpSpPr>
      <p:grpSpPr>
        <a:xfrm>
          <a:off x="0" y="0"/>
          <a:ext cx="0" cy="0"/>
          <a:chOff x="0" y="0"/>
          <a:chExt cx="0" cy="0"/>
        </a:xfrm>
      </p:grpSpPr>
      <p:sp>
        <p:nvSpPr>
          <p:cNvPr id="11" name="Rechtwinkliges Dreieck 10">
            <a:extLst>
              <a:ext uri="{FF2B5EF4-FFF2-40B4-BE49-F238E27FC236}">
                <a16:creationId xmlns:a16="http://schemas.microsoft.com/office/drawing/2014/main" id="{48F6BD39-0EA6-4292-AF3B-8AAD75F01F31}"/>
              </a:ext>
            </a:extLst>
          </p:cNvPr>
          <p:cNvSpPr/>
          <p:nvPr userDrawn="1"/>
        </p:nvSpPr>
        <p:spPr>
          <a:xfrm rot="5400000" flipV="1">
            <a:off x="8929580" y="-19493"/>
            <a:ext cx="3242930" cy="3281917"/>
          </a:xfrm>
          <a:prstGeom prst="rtTriangl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le 1"/>
          <p:cNvSpPr>
            <a:spLocks noGrp="1"/>
          </p:cNvSpPr>
          <p:nvPr>
            <p:ph type="title" hasCustomPrompt="1"/>
          </p:nvPr>
        </p:nvSpPr>
        <p:spPr>
          <a:xfrm>
            <a:off x="1340269" y="600658"/>
            <a:ext cx="8085904" cy="549271"/>
          </a:xfrm>
          <a:prstGeom prst="rect">
            <a:avLst/>
          </a:prstGeom>
        </p:spPr>
        <p:txBody>
          <a:bodyPr lIns="0" tIns="0" rIns="0" bIns="0">
            <a:normAutofit/>
          </a:bodyPr>
          <a:lstStyle>
            <a:lvl1pPr>
              <a:defRPr sz="2800">
                <a:solidFill>
                  <a:srgbClr val="626254"/>
                </a:solidFill>
                <a:latin typeface="Arial" panose="020B0604020202020204" pitchFamily="34" charset="0"/>
                <a:cs typeface="Arial" panose="020B0604020202020204" pitchFamily="34" charset="0"/>
              </a:defRPr>
            </a:lvl1pPr>
          </a:lstStyle>
          <a:p>
            <a:r>
              <a:rPr lang="de-DE"/>
              <a:t>Opening Case Revisited</a:t>
            </a:r>
            <a:endParaRPr lang="en-US"/>
          </a:p>
        </p:txBody>
      </p:sp>
      <p:sp>
        <p:nvSpPr>
          <p:cNvPr id="6" name="Content Placeholder 2">
            <a:extLst>
              <a:ext uri="{FF2B5EF4-FFF2-40B4-BE49-F238E27FC236}">
                <a16:creationId xmlns:a16="http://schemas.microsoft.com/office/drawing/2014/main" id="{248F8264-0B3E-4ECC-8DF7-4D40B73F7BB8}"/>
              </a:ext>
            </a:extLst>
          </p:cNvPr>
          <p:cNvSpPr>
            <a:spLocks noGrp="1"/>
          </p:cNvSpPr>
          <p:nvPr>
            <p:ph idx="1"/>
          </p:nvPr>
        </p:nvSpPr>
        <p:spPr>
          <a:xfrm>
            <a:off x="1336431" y="1378990"/>
            <a:ext cx="8753142" cy="4267200"/>
          </a:xfrm>
          <a:prstGeom prst="rect">
            <a:avLst/>
          </a:prstGeom>
          <a:solidFill>
            <a:schemeClr val="bg1"/>
          </a:solidFill>
        </p:spPr>
        <p:txBody>
          <a:bodyPr lIns="0" tIns="0" rIns="0" bIns="0"/>
          <a:lstStyle>
            <a:lvl1pPr marL="0" indent="0">
              <a:lnSpc>
                <a:spcPct val="120000"/>
              </a:lnSpc>
              <a:spcBef>
                <a:spcPts val="1000"/>
              </a:spcBef>
              <a:spcAft>
                <a:spcPts val="0"/>
              </a:spcAft>
              <a:buNone/>
              <a:defRPr sz="1800">
                <a:solidFill>
                  <a:srgbClr val="626254"/>
                </a:solidFill>
                <a:latin typeface="Arial" panose="020B0604020202020204" pitchFamily="34" charset="0"/>
                <a:cs typeface="Arial" panose="020B0604020202020204" pitchFamily="34" charset="0"/>
              </a:defRPr>
            </a:lvl1pPr>
            <a:lvl2pPr>
              <a:defRPr>
                <a:solidFill>
                  <a:srgbClr val="626254"/>
                </a:solidFill>
              </a:defRPr>
            </a:lvl2pPr>
            <a:lvl3pPr>
              <a:defRPr>
                <a:solidFill>
                  <a:srgbClr val="626254"/>
                </a:solidFill>
              </a:defRPr>
            </a:lvl3pPr>
            <a:lvl4pPr>
              <a:defRPr>
                <a:solidFill>
                  <a:srgbClr val="626254"/>
                </a:solidFill>
              </a:defRPr>
            </a:lvl4pPr>
            <a:lvl5pPr>
              <a:defRPr>
                <a:solidFill>
                  <a:srgbClr val="626254"/>
                </a:solidFill>
              </a:defRPr>
            </a:lvl5pPr>
          </a:lstStyle>
          <a:p>
            <a:pPr lvl="0"/>
            <a:r>
              <a:rPr lang="de-DE"/>
              <a:t>Textmasterformat bearbeiten</a:t>
            </a:r>
          </a:p>
        </p:txBody>
      </p:sp>
      <p:sp>
        <p:nvSpPr>
          <p:cNvPr id="9" name="Rechtwinkliges Dreieck 8">
            <a:extLst>
              <a:ext uri="{FF2B5EF4-FFF2-40B4-BE49-F238E27FC236}">
                <a16:creationId xmlns:a16="http://schemas.microsoft.com/office/drawing/2014/main" id="{0654A125-4D54-4873-B333-AA1742C27126}"/>
              </a:ext>
            </a:extLst>
          </p:cNvPr>
          <p:cNvSpPr/>
          <p:nvPr userDrawn="1"/>
        </p:nvSpPr>
        <p:spPr>
          <a:xfrm rot="5400000" flipH="1" flipV="1">
            <a:off x="7589877" y="2255872"/>
            <a:ext cx="6858001" cy="2346253"/>
          </a:xfrm>
          <a:prstGeom prst="rtTriangle">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Bild 8">
            <a:extLst>
              <a:ext uri="{FF2B5EF4-FFF2-40B4-BE49-F238E27FC236}">
                <a16:creationId xmlns:a16="http://schemas.microsoft.com/office/drawing/2014/main" id="{DBFBEF15-F34C-4276-9EFB-978624E3A6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50692" y="183740"/>
            <a:ext cx="2316793" cy="1055299"/>
          </a:xfrm>
          <a:prstGeom prst="rect">
            <a:avLst/>
          </a:prstGeom>
        </p:spPr>
      </p:pic>
      <p:grpSp>
        <p:nvGrpSpPr>
          <p:cNvPr id="7" name="Gruppieren 6">
            <a:extLst>
              <a:ext uri="{FF2B5EF4-FFF2-40B4-BE49-F238E27FC236}">
                <a16:creationId xmlns:a16="http://schemas.microsoft.com/office/drawing/2014/main" id="{1480E078-C491-42FF-922C-C77AB3E11420}"/>
              </a:ext>
            </a:extLst>
          </p:cNvPr>
          <p:cNvGrpSpPr/>
          <p:nvPr userDrawn="1"/>
        </p:nvGrpSpPr>
        <p:grpSpPr>
          <a:xfrm>
            <a:off x="10394249" y="5234765"/>
            <a:ext cx="1573236" cy="1623234"/>
            <a:chOff x="4622001" y="2342710"/>
            <a:chExt cx="2947998" cy="2947998"/>
          </a:xfrm>
        </p:grpSpPr>
        <p:pic>
          <p:nvPicPr>
            <p:cNvPr id="8" name="Grafik 7" descr="Ordnersuche Silhouette">
              <a:extLst>
                <a:ext uri="{FF2B5EF4-FFF2-40B4-BE49-F238E27FC236}">
                  <a16:creationId xmlns:a16="http://schemas.microsoft.com/office/drawing/2014/main" id="{D2737416-3AD3-44A3-8FE7-BEFFE2099B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22001" y="2342710"/>
              <a:ext cx="2947998" cy="2947998"/>
            </a:xfrm>
            <a:prstGeom prst="rect">
              <a:avLst/>
            </a:prstGeom>
          </p:spPr>
        </p:pic>
        <p:pic>
          <p:nvPicPr>
            <p:cNvPr id="12" name="Grafik 11" descr="Wiederholen Silhouette">
              <a:extLst>
                <a:ext uri="{FF2B5EF4-FFF2-40B4-BE49-F238E27FC236}">
                  <a16:creationId xmlns:a16="http://schemas.microsoft.com/office/drawing/2014/main" id="{F3E672CB-E5CA-4A88-AAAA-0211F7EF224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38800" y="3417459"/>
              <a:ext cx="914400" cy="914400"/>
            </a:xfrm>
            <a:prstGeom prst="rect">
              <a:avLst/>
            </a:prstGeom>
          </p:spPr>
        </p:pic>
      </p:grpSp>
    </p:spTree>
    <p:extLst>
      <p:ext uri="{BB962C8B-B14F-4D97-AF65-F5344CB8AC3E}">
        <p14:creationId xmlns:p14="http://schemas.microsoft.com/office/powerpoint/2010/main" val="18292397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losing activity">
    <p:spTree>
      <p:nvGrpSpPr>
        <p:cNvPr id="1" name=""/>
        <p:cNvGrpSpPr/>
        <p:nvPr/>
      </p:nvGrpSpPr>
      <p:grpSpPr>
        <a:xfrm>
          <a:off x="0" y="0"/>
          <a:ext cx="0" cy="0"/>
          <a:chOff x="0" y="0"/>
          <a:chExt cx="0" cy="0"/>
        </a:xfrm>
      </p:grpSpPr>
      <p:sp>
        <p:nvSpPr>
          <p:cNvPr id="11" name="Rechtwinkliges Dreieck 10">
            <a:extLst>
              <a:ext uri="{FF2B5EF4-FFF2-40B4-BE49-F238E27FC236}">
                <a16:creationId xmlns:a16="http://schemas.microsoft.com/office/drawing/2014/main" id="{48F6BD39-0EA6-4292-AF3B-8AAD75F01F31}"/>
              </a:ext>
            </a:extLst>
          </p:cNvPr>
          <p:cNvSpPr/>
          <p:nvPr userDrawn="1"/>
        </p:nvSpPr>
        <p:spPr>
          <a:xfrm rot="5400000" flipV="1">
            <a:off x="8929580" y="-19493"/>
            <a:ext cx="3242930" cy="3281917"/>
          </a:xfrm>
          <a:prstGeom prst="rtTriangl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le 1"/>
          <p:cNvSpPr>
            <a:spLocks noGrp="1"/>
          </p:cNvSpPr>
          <p:nvPr>
            <p:ph type="title" hasCustomPrompt="1"/>
          </p:nvPr>
        </p:nvSpPr>
        <p:spPr>
          <a:xfrm>
            <a:off x="1340269" y="600658"/>
            <a:ext cx="8085904" cy="549271"/>
          </a:xfrm>
          <a:prstGeom prst="rect">
            <a:avLst/>
          </a:prstGeom>
        </p:spPr>
        <p:txBody>
          <a:bodyPr lIns="0" tIns="0" rIns="0" bIns="0">
            <a:normAutofit/>
          </a:bodyPr>
          <a:lstStyle>
            <a:lvl1pPr>
              <a:defRPr sz="2800">
                <a:solidFill>
                  <a:srgbClr val="626254"/>
                </a:solidFill>
                <a:latin typeface="Arial" panose="020B0604020202020204" pitchFamily="34" charset="0"/>
                <a:cs typeface="Arial" panose="020B0604020202020204" pitchFamily="34" charset="0"/>
              </a:defRPr>
            </a:lvl1pPr>
          </a:lstStyle>
          <a:p>
            <a:r>
              <a:rPr lang="de-DE"/>
              <a:t>Closing Activity</a:t>
            </a:r>
            <a:endParaRPr lang="en-US"/>
          </a:p>
        </p:txBody>
      </p:sp>
      <p:sp>
        <p:nvSpPr>
          <p:cNvPr id="6" name="Content Placeholder 2">
            <a:extLst>
              <a:ext uri="{FF2B5EF4-FFF2-40B4-BE49-F238E27FC236}">
                <a16:creationId xmlns:a16="http://schemas.microsoft.com/office/drawing/2014/main" id="{248F8264-0B3E-4ECC-8DF7-4D40B73F7BB8}"/>
              </a:ext>
            </a:extLst>
          </p:cNvPr>
          <p:cNvSpPr>
            <a:spLocks noGrp="1"/>
          </p:cNvSpPr>
          <p:nvPr>
            <p:ph idx="1"/>
          </p:nvPr>
        </p:nvSpPr>
        <p:spPr>
          <a:xfrm>
            <a:off x="1336431" y="1378990"/>
            <a:ext cx="8753142" cy="4267200"/>
          </a:xfrm>
          <a:prstGeom prst="rect">
            <a:avLst/>
          </a:prstGeom>
          <a:solidFill>
            <a:schemeClr val="bg1"/>
          </a:solidFill>
        </p:spPr>
        <p:txBody>
          <a:bodyPr lIns="0" tIns="0" rIns="0" bIns="0"/>
          <a:lstStyle>
            <a:lvl1pPr marL="0" indent="0">
              <a:lnSpc>
                <a:spcPct val="120000"/>
              </a:lnSpc>
              <a:spcBef>
                <a:spcPts val="0"/>
              </a:spcBef>
              <a:spcAft>
                <a:spcPts val="600"/>
              </a:spcAft>
              <a:buNone/>
              <a:defRPr sz="1800">
                <a:solidFill>
                  <a:srgbClr val="626254"/>
                </a:solidFill>
                <a:latin typeface="Arial" panose="020B0604020202020204" pitchFamily="34" charset="0"/>
                <a:cs typeface="Arial" panose="020B0604020202020204" pitchFamily="34" charset="0"/>
              </a:defRPr>
            </a:lvl1pPr>
            <a:lvl2pPr>
              <a:defRPr>
                <a:solidFill>
                  <a:srgbClr val="626254"/>
                </a:solidFill>
              </a:defRPr>
            </a:lvl2pPr>
            <a:lvl3pPr>
              <a:defRPr>
                <a:solidFill>
                  <a:srgbClr val="626254"/>
                </a:solidFill>
              </a:defRPr>
            </a:lvl3pPr>
            <a:lvl4pPr>
              <a:defRPr>
                <a:solidFill>
                  <a:srgbClr val="626254"/>
                </a:solidFill>
              </a:defRPr>
            </a:lvl4pPr>
            <a:lvl5pPr>
              <a:defRPr>
                <a:solidFill>
                  <a:srgbClr val="626254"/>
                </a:solidFill>
              </a:defRPr>
            </a:lvl5pPr>
          </a:lstStyle>
          <a:p>
            <a:pPr lvl="0"/>
            <a:r>
              <a:rPr lang="de-DE"/>
              <a:t>Textmasterformat bearbeiten</a:t>
            </a:r>
          </a:p>
        </p:txBody>
      </p:sp>
      <p:sp>
        <p:nvSpPr>
          <p:cNvPr id="9" name="Rechtwinkliges Dreieck 8">
            <a:extLst>
              <a:ext uri="{FF2B5EF4-FFF2-40B4-BE49-F238E27FC236}">
                <a16:creationId xmlns:a16="http://schemas.microsoft.com/office/drawing/2014/main" id="{0654A125-4D54-4873-B333-AA1742C27126}"/>
              </a:ext>
            </a:extLst>
          </p:cNvPr>
          <p:cNvSpPr/>
          <p:nvPr userDrawn="1"/>
        </p:nvSpPr>
        <p:spPr>
          <a:xfrm rot="5400000" flipH="1" flipV="1">
            <a:off x="7589877" y="2255872"/>
            <a:ext cx="6858001" cy="2346253"/>
          </a:xfrm>
          <a:prstGeom prst="rtTriangle">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Bild 8">
            <a:extLst>
              <a:ext uri="{FF2B5EF4-FFF2-40B4-BE49-F238E27FC236}">
                <a16:creationId xmlns:a16="http://schemas.microsoft.com/office/drawing/2014/main" id="{DBFBEF15-F34C-4276-9EFB-978624E3A6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50692" y="183740"/>
            <a:ext cx="2316793" cy="1055299"/>
          </a:xfrm>
          <a:prstGeom prst="rect">
            <a:avLst/>
          </a:prstGeom>
        </p:spPr>
      </p:pic>
      <p:pic>
        <p:nvPicPr>
          <p:cNvPr id="17" name="Grafik 16" descr="Ambition Silhouette">
            <a:extLst>
              <a:ext uri="{FF2B5EF4-FFF2-40B4-BE49-F238E27FC236}">
                <a16:creationId xmlns:a16="http://schemas.microsoft.com/office/drawing/2014/main" id="{486FB895-2FE1-4E8F-83AD-FB09B349263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01350" y="303373"/>
            <a:ext cx="914400" cy="914400"/>
          </a:xfrm>
          <a:prstGeom prst="rect">
            <a:avLst/>
          </a:prstGeom>
        </p:spPr>
      </p:pic>
      <p:pic>
        <p:nvPicPr>
          <p:cNvPr id="18" name="Grafik 17" descr="Kundenbewertung Silhouette">
            <a:extLst>
              <a:ext uri="{FF2B5EF4-FFF2-40B4-BE49-F238E27FC236}">
                <a16:creationId xmlns:a16="http://schemas.microsoft.com/office/drawing/2014/main" id="{0531C9B8-2C9A-430F-8DA4-232AAFA1342A}"/>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714769" y="5557317"/>
            <a:ext cx="1116943" cy="1116943"/>
          </a:xfrm>
          <a:prstGeom prst="rect">
            <a:avLst/>
          </a:prstGeom>
        </p:spPr>
      </p:pic>
    </p:spTree>
    <p:extLst>
      <p:ext uri="{BB962C8B-B14F-4D97-AF65-F5344CB8AC3E}">
        <p14:creationId xmlns:p14="http://schemas.microsoft.com/office/powerpoint/2010/main" val="13331034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Review questions">
    <p:spTree>
      <p:nvGrpSpPr>
        <p:cNvPr id="1" name=""/>
        <p:cNvGrpSpPr/>
        <p:nvPr/>
      </p:nvGrpSpPr>
      <p:grpSpPr>
        <a:xfrm>
          <a:off x="0" y="0"/>
          <a:ext cx="0" cy="0"/>
          <a:chOff x="0" y="0"/>
          <a:chExt cx="0" cy="0"/>
        </a:xfrm>
      </p:grpSpPr>
      <p:sp>
        <p:nvSpPr>
          <p:cNvPr id="11" name="Rechtwinkliges Dreieck 10">
            <a:extLst>
              <a:ext uri="{FF2B5EF4-FFF2-40B4-BE49-F238E27FC236}">
                <a16:creationId xmlns:a16="http://schemas.microsoft.com/office/drawing/2014/main" id="{48F6BD39-0EA6-4292-AF3B-8AAD75F01F31}"/>
              </a:ext>
            </a:extLst>
          </p:cNvPr>
          <p:cNvSpPr/>
          <p:nvPr userDrawn="1"/>
        </p:nvSpPr>
        <p:spPr>
          <a:xfrm rot="5400000" flipV="1">
            <a:off x="8929580" y="-19493"/>
            <a:ext cx="3242930" cy="3281917"/>
          </a:xfrm>
          <a:prstGeom prst="rtTriangl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le 1"/>
          <p:cNvSpPr>
            <a:spLocks noGrp="1"/>
          </p:cNvSpPr>
          <p:nvPr>
            <p:ph type="title" hasCustomPrompt="1"/>
          </p:nvPr>
        </p:nvSpPr>
        <p:spPr>
          <a:xfrm>
            <a:off x="1340269" y="600658"/>
            <a:ext cx="8085904" cy="549271"/>
          </a:xfrm>
          <a:prstGeom prst="rect">
            <a:avLst/>
          </a:prstGeom>
        </p:spPr>
        <p:txBody>
          <a:bodyPr lIns="0" tIns="0" rIns="0" bIns="0">
            <a:normAutofit/>
          </a:bodyPr>
          <a:lstStyle>
            <a:lvl1pPr>
              <a:defRPr sz="2800">
                <a:solidFill>
                  <a:srgbClr val="626254"/>
                </a:solidFill>
                <a:latin typeface="Arial" panose="020B0604020202020204" pitchFamily="34" charset="0"/>
                <a:cs typeface="Arial" panose="020B0604020202020204" pitchFamily="34" charset="0"/>
              </a:defRPr>
            </a:lvl1pPr>
          </a:lstStyle>
          <a:p>
            <a:r>
              <a:rPr lang="de-DE"/>
              <a:t>Review Questions</a:t>
            </a:r>
            <a:endParaRPr lang="en-US"/>
          </a:p>
        </p:txBody>
      </p:sp>
      <p:sp>
        <p:nvSpPr>
          <p:cNvPr id="6" name="Content Placeholder 2">
            <a:extLst>
              <a:ext uri="{FF2B5EF4-FFF2-40B4-BE49-F238E27FC236}">
                <a16:creationId xmlns:a16="http://schemas.microsoft.com/office/drawing/2014/main" id="{248F8264-0B3E-4ECC-8DF7-4D40B73F7BB8}"/>
              </a:ext>
            </a:extLst>
          </p:cNvPr>
          <p:cNvSpPr>
            <a:spLocks noGrp="1"/>
          </p:cNvSpPr>
          <p:nvPr>
            <p:ph idx="1" hasCustomPrompt="1"/>
          </p:nvPr>
        </p:nvSpPr>
        <p:spPr>
          <a:xfrm>
            <a:off x="1336431" y="1378990"/>
            <a:ext cx="8753142" cy="4267200"/>
          </a:xfrm>
          <a:prstGeom prst="rect">
            <a:avLst/>
          </a:prstGeom>
          <a:solidFill>
            <a:schemeClr val="bg1"/>
          </a:solidFill>
        </p:spPr>
        <p:txBody>
          <a:bodyPr lIns="0" tIns="0" rIns="0" bIns="0"/>
          <a:lstStyle>
            <a:lvl1pPr marL="342900" indent="-342900">
              <a:lnSpc>
                <a:spcPct val="120000"/>
              </a:lnSpc>
              <a:spcBef>
                <a:spcPts val="0"/>
              </a:spcBef>
              <a:spcAft>
                <a:spcPts val="600"/>
              </a:spcAft>
              <a:buFont typeface="+mj-lt"/>
              <a:buAutoNum type="arabicPeriod"/>
              <a:defRPr sz="2000">
                <a:solidFill>
                  <a:srgbClr val="626254"/>
                </a:solidFill>
                <a:latin typeface="Arial" panose="020B0604020202020204" pitchFamily="34" charset="0"/>
                <a:cs typeface="Arial" panose="020B0604020202020204" pitchFamily="34" charset="0"/>
              </a:defRPr>
            </a:lvl1pPr>
            <a:lvl2pPr>
              <a:defRPr>
                <a:solidFill>
                  <a:srgbClr val="626254"/>
                </a:solidFill>
              </a:defRPr>
            </a:lvl2pPr>
            <a:lvl3pPr>
              <a:defRPr>
                <a:solidFill>
                  <a:srgbClr val="626254"/>
                </a:solidFill>
              </a:defRPr>
            </a:lvl3pPr>
            <a:lvl4pPr>
              <a:defRPr>
                <a:solidFill>
                  <a:srgbClr val="626254"/>
                </a:solidFill>
              </a:defRPr>
            </a:lvl4pPr>
            <a:lvl5pPr>
              <a:defRPr>
                <a:solidFill>
                  <a:srgbClr val="626254"/>
                </a:solidFill>
              </a:defRPr>
            </a:lvl5pPr>
          </a:lstStyle>
          <a:p>
            <a:pPr lvl="0"/>
            <a:r>
              <a:rPr lang="de-DE"/>
              <a:t>Textmasterformat bearbeiten</a:t>
            </a:r>
          </a:p>
          <a:p>
            <a:pPr lvl="0"/>
            <a:endParaRPr lang="de-DE"/>
          </a:p>
        </p:txBody>
      </p:sp>
      <p:sp>
        <p:nvSpPr>
          <p:cNvPr id="9" name="Rechtwinkliges Dreieck 8">
            <a:extLst>
              <a:ext uri="{FF2B5EF4-FFF2-40B4-BE49-F238E27FC236}">
                <a16:creationId xmlns:a16="http://schemas.microsoft.com/office/drawing/2014/main" id="{0654A125-4D54-4873-B333-AA1742C27126}"/>
              </a:ext>
            </a:extLst>
          </p:cNvPr>
          <p:cNvSpPr/>
          <p:nvPr userDrawn="1"/>
        </p:nvSpPr>
        <p:spPr>
          <a:xfrm rot="5400000" flipH="1" flipV="1">
            <a:off x="7589877" y="2255872"/>
            <a:ext cx="6858001" cy="2346253"/>
          </a:xfrm>
          <a:prstGeom prst="rtTriangle">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Bild 8">
            <a:extLst>
              <a:ext uri="{FF2B5EF4-FFF2-40B4-BE49-F238E27FC236}">
                <a16:creationId xmlns:a16="http://schemas.microsoft.com/office/drawing/2014/main" id="{DBFBEF15-F34C-4276-9EFB-978624E3A6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50692" y="183740"/>
            <a:ext cx="2316793" cy="1055299"/>
          </a:xfrm>
          <a:prstGeom prst="rect">
            <a:avLst/>
          </a:prstGeom>
        </p:spPr>
      </p:pic>
      <p:sp>
        <p:nvSpPr>
          <p:cNvPr id="7" name="Rechtwinkliges Dreieck 6">
            <a:extLst>
              <a:ext uri="{FF2B5EF4-FFF2-40B4-BE49-F238E27FC236}">
                <a16:creationId xmlns:a16="http://schemas.microsoft.com/office/drawing/2014/main" id="{FC2B72AA-5E13-4B8E-AD7A-47BA2E4FC52D}"/>
              </a:ext>
            </a:extLst>
          </p:cNvPr>
          <p:cNvSpPr/>
          <p:nvPr userDrawn="1"/>
        </p:nvSpPr>
        <p:spPr>
          <a:xfrm rot="5400000" flipH="1" flipV="1">
            <a:off x="7589877" y="2255874"/>
            <a:ext cx="6858001" cy="2346253"/>
          </a:xfrm>
          <a:prstGeom prst="rtTriangle">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13" name="Gruppieren 12">
            <a:extLst>
              <a:ext uri="{FF2B5EF4-FFF2-40B4-BE49-F238E27FC236}">
                <a16:creationId xmlns:a16="http://schemas.microsoft.com/office/drawing/2014/main" id="{80E82CEB-FC72-43FA-A3AF-91CD2AAF4223}"/>
              </a:ext>
            </a:extLst>
          </p:cNvPr>
          <p:cNvGrpSpPr/>
          <p:nvPr userDrawn="1"/>
        </p:nvGrpSpPr>
        <p:grpSpPr>
          <a:xfrm>
            <a:off x="10638978" y="5454632"/>
            <a:ext cx="1192368" cy="1219628"/>
            <a:chOff x="4896528" y="1809930"/>
            <a:chExt cx="3454531" cy="3454531"/>
          </a:xfrm>
        </p:grpSpPr>
        <p:pic>
          <p:nvPicPr>
            <p:cNvPr id="14" name="Grafik 13" descr="Fragezeichen mit einfarbiger Füllung">
              <a:extLst>
                <a:ext uri="{FF2B5EF4-FFF2-40B4-BE49-F238E27FC236}">
                  <a16:creationId xmlns:a16="http://schemas.microsoft.com/office/drawing/2014/main" id="{0A60C3BC-5498-4C73-8DC7-F1EB1127C17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27055" y="2748445"/>
              <a:ext cx="1617585" cy="1617585"/>
            </a:xfrm>
            <a:prstGeom prst="rect">
              <a:avLst/>
            </a:prstGeom>
          </p:spPr>
        </p:pic>
        <p:pic>
          <p:nvPicPr>
            <p:cNvPr id="15" name="Grafik 14" descr="Wiederholen Silhouette">
              <a:extLst>
                <a:ext uri="{FF2B5EF4-FFF2-40B4-BE49-F238E27FC236}">
                  <a16:creationId xmlns:a16="http://schemas.microsoft.com/office/drawing/2014/main" id="{B588B18A-0063-4F5F-B871-7438AA4E3FD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896528" y="1809930"/>
              <a:ext cx="3454531" cy="3454531"/>
            </a:xfrm>
            <a:prstGeom prst="rect">
              <a:avLst/>
            </a:prstGeom>
          </p:spPr>
        </p:pic>
      </p:grpSp>
      <p:pic>
        <p:nvPicPr>
          <p:cNvPr id="16" name="Grafik 15" descr="Ambition Silhouette">
            <a:extLst>
              <a:ext uri="{FF2B5EF4-FFF2-40B4-BE49-F238E27FC236}">
                <a16:creationId xmlns:a16="http://schemas.microsoft.com/office/drawing/2014/main" id="{A0CF20BC-FF2C-469F-9643-9DCFC84760D1}"/>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01350" y="303373"/>
            <a:ext cx="914400" cy="914400"/>
          </a:xfrm>
          <a:prstGeom prst="rect">
            <a:avLst/>
          </a:prstGeom>
        </p:spPr>
      </p:pic>
    </p:spTree>
    <p:extLst>
      <p:ext uri="{BB962C8B-B14F-4D97-AF65-F5344CB8AC3E}">
        <p14:creationId xmlns:p14="http://schemas.microsoft.com/office/powerpoint/2010/main" val="22971791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urther readin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40269" y="600658"/>
            <a:ext cx="8085904" cy="549271"/>
          </a:xfrm>
          <a:prstGeom prst="rect">
            <a:avLst/>
          </a:prstGeom>
        </p:spPr>
        <p:txBody>
          <a:bodyPr lIns="0" tIns="0" rIns="0" bIns="0">
            <a:normAutofit/>
          </a:bodyPr>
          <a:lstStyle>
            <a:lvl1pPr>
              <a:defRPr sz="2800">
                <a:solidFill>
                  <a:srgbClr val="626254"/>
                </a:solidFill>
                <a:latin typeface="Arial" panose="020B0604020202020204" pitchFamily="34" charset="0"/>
                <a:cs typeface="Arial" panose="020B0604020202020204" pitchFamily="34" charset="0"/>
              </a:defRPr>
            </a:lvl1pPr>
          </a:lstStyle>
          <a:p>
            <a:r>
              <a:rPr lang="de-DE"/>
              <a:t>Further Reading</a:t>
            </a:r>
            <a:endParaRPr lang="en-US"/>
          </a:p>
        </p:txBody>
      </p:sp>
      <p:sp>
        <p:nvSpPr>
          <p:cNvPr id="4" name="Rechtwinkliges Dreieck 3">
            <a:extLst>
              <a:ext uri="{FF2B5EF4-FFF2-40B4-BE49-F238E27FC236}">
                <a16:creationId xmlns:a16="http://schemas.microsoft.com/office/drawing/2014/main" id="{07094D4A-AE90-48BC-BEAA-59AAF45B7FEE}"/>
              </a:ext>
            </a:extLst>
          </p:cNvPr>
          <p:cNvSpPr/>
          <p:nvPr userDrawn="1"/>
        </p:nvSpPr>
        <p:spPr>
          <a:xfrm rot="5400000" flipV="1">
            <a:off x="8929580" y="-19493"/>
            <a:ext cx="3242930" cy="3281917"/>
          </a:xfrm>
          <a:prstGeom prst="rtTriangl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htwinkliges Dreieck 4">
            <a:extLst>
              <a:ext uri="{FF2B5EF4-FFF2-40B4-BE49-F238E27FC236}">
                <a16:creationId xmlns:a16="http://schemas.microsoft.com/office/drawing/2014/main" id="{A0638668-6347-4347-8C90-1E23EA1A0415}"/>
              </a:ext>
            </a:extLst>
          </p:cNvPr>
          <p:cNvSpPr/>
          <p:nvPr userDrawn="1"/>
        </p:nvSpPr>
        <p:spPr>
          <a:xfrm rot="5400000" flipH="1" flipV="1">
            <a:off x="7586565" y="2255873"/>
            <a:ext cx="6858001" cy="2346253"/>
          </a:xfrm>
          <a:prstGeom prst="rtTriangle">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Content Placeholder 2">
            <a:extLst>
              <a:ext uri="{FF2B5EF4-FFF2-40B4-BE49-F238E27FC236}">
                <a16:creationId xmlns:a16="http://schemas.microsoft.com/office/drawing/2014/main" id="{248F8264-0B3E-4ECC-8DF7-4D40B73F7BB8}"/>
              </a:ext>
            </a:extLst>
          </p:cNvPr>
          <p:cNvSpPr>
            <a:spLocks noGrp="1"/>
          </p:cNvSpPr>
          <p:nvPr>
            <p:ph idx="1"/>
          </p:nvPr>
        </p:nvSpPr>
        <p:spPr>
          <a:xfrm>
            <a:off x="1330742" y="1378990"/>
            <a:ext cx="8753142" cy="4267200"/>
          </a:xfrm>
          <a:prstGeom prst="rect">
            <a:avLst/>
          </a:prstGeom>
          <a:solidFill>
            <a:schemeClr val="bg1"/>
          </a:solidFill>
        </p:spPr>
        <p:txBody>
          <a:bodyPr lIns="0" tIns="0" rIns="0" bIns="0"/>
          <a:lstStyle>
            <a:lvl1pPr marL="0" indent="0">
              <a:lnSpc>
                <a:spcPct val="120000"/>
              </a:lnSpc>
              <a:spcBef>
                <a:spcPts val="0"/>
              </a:spcBef>
              <a:spcAft>
                <a:spcPts val="600"/>
              </a:spcAft>
              <a:buFont typeface="Arial" panose="020B0604020202020204" pitchFamily="34" charset="0"/>
              <a:buNone/>
              <a:defRPr sz="1800">
                <a:solidFill>
                  <a:srgbClr val="626254"/>
                </a:solidFill>
                <a:latin typeface="Arial" panose="020B0604020202020204" pitchFamily="34" charset="0"/>
                <a:cs typeface="Arial" panose="020B0604020202020204" pitchFamily="34" charset="0"/>
              </a:defRPr>
            </a:lvl1pPr>
            <a:lvl2pPr>
              <a:defRPr>
                <a:solidFill>
                  <a:srgbClr val="626254"/>
                </a:solidFill>
              </a:defRPr>
            </a:lvl2pPr>
            <a:lvl3pPr>
              <a:defRPr>
                <a:solidFill>
                  <a:srgbClr val="626254"/>
                </a:solidFill>
              </a:defRPr>
            </a:lvl3pPr>
            <a:lvl4pPr>
              <a:defRPr>
                <a:solidFill>
                  <a:srgbClr val="626254"/>
                </a:solidFill>
              </a:defRPr>
            </a:lvl4pPr>
            <a:lvl5pPr>
              <a:defRPr>
                <a:solidFill>
                  <a:srgbClr val="626254"/>
                </a:solidFill>
              </a:defRPr>
            </a:lvl5pPr>
          </a:lstStyle>
          <a:p>
            <a:pPr lvl="0"/>
            <a:r>
              <a:rPr lang="de-DE"/>
              <a:t>Textmasterformat bearbeiten</a:t>
            </a:r>
          </a:p>
        </p:txBody>
      </p:sp>
      <p:pic>
        <p:nvPicPr>
          <p:cNvPr id="8" name="Bild 8">
            <a:extLst>
              <a:ext uri="{FF2B5EF4-FFF2-40B4-BE49-F238E27FC236}">
                <a16:creationId xmlns:a16="http://schemas.microsoft.com/office/drawing/2014/main" id="{AC831C08-0328-4002-87F1-E514BE7C7BE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50692" y="183740"/>
            <a:ext cx="2316793" cy="1055299"/>
          </a:xfrm>
          <a:prstGeom prst="rect">
            <a:avLst/>
          </a:prstGeom>
        </p:spPr>
      </p:pic>
      <p:pic>
        <p:nvPicPr>
          <p:cNvPr id="21" name="Grafik 20" descr="Ambition Silhouette">
            <a:extLst>
              <a:ext uri="{FF2B5EF4-FFF2-40B4-BE49-F238E27FC236}">
                <a16:creationId xmlns:a16="http://schemas.microsoft.com/office/drawing/2014/main" id="{0F89D47B-9AE6-47AA-B5E2-538AA6AAC21D}"/>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01350" y="303373"/>
            <a:ext cx="914400" cy="914400"/>
          </a:xfrm>
          <a:prstGeom prst="rect">
            <a:avLst/>
          </a:prstGeom>
        </p:spPr>
      </p:pic>
      <p:grpSp>
        <p:nvGrpSpPr>
          <p:cNvPr id="14" name="Gruppieren 13">
            <a:extLst>
              <a:ext uri="{FF2B5EF4-FFF2-40B4-BE49-F238E27FC236}">
                <a16:creationId xmlns:a16="http://schemas.microsoft.com/office/drawing/2014/main" id="{10FB6CDE-3AE2-4871-83D0-ADCC36F81702}"/>
              </a:ext>
            </a:extLst>
          </p:cNvPr>
          <p:cNvGrpSpPr/>
          <p:nvPr userDrawn="1"/>
        </p:nvGrpSpPr>
        <p:grpSpPr>
          <a:xfrm>
            <a:off x="10589356" y="5646190"/>
            <a:ext cx="1197258" cy="804113"/>
            <a:chOff x="1689142" y="3486189"/>
            <a:chExt cx="2817243" cy="1651603"/>
          </a:xfrm>
        </p:grpSpPr>
        <p:grpSp>
          <p:nvGrpSpPr>
            <p:cNvPr id="15" name="Inhaltsplatzhalter 4" descr="Geöffnetes Buch Silhouette">
              <a:extLst>
                <a:ext uri="{FF2B5EF4-FFF2-40B4-BE49-F238E27FC236}">
                  <a16:creationId xmlns:a16="http://schemas.microsoft.com/office/drawing/2014/main" id="{726DEBE8-A08A-4F41-9182-CE723A3CD4D0}"/>
                </a:ext>
              </a:extLst>
            </p:cNvPr>
            <p:cNvGrpSpPr/>
            <p:nvPr/>
          </p:nvGrpSpPr>
          <p:grpSpPr>
            <a:xfrm>
              <a:off x="2509904" y="3486189"/>
              <a:ext cx="1996481" cy="1522317"/>
              <a:chOff x="2509904" y="3486189"/>
              <a:chExt cx="1996481" cy="1522317"/>
            </a:xfrm>
            <a:solidFill>
              <a:srgbClr val="000000"/>
            </a:solidFill>
          </p:grpSpPr>
          <p:sp>
            <p:nvSpPr>
              <p:cNvPr id="17" name="Freihandform 13">
                <a:extLst>
                  <a:ext uri="{FF2B5EF4-FFF2-40B4-BE49-F238E27FC236}">
                    <a16:creationId xmlns:a16="http://schemas.microsoft.com/office/drawing/2014/main" id="{FA5F4107-BA2E-4E52-9C79-DD2A2DDC6463}"/>
                  </a:ext>
                </a:extLst>
              </p:cNvPr>
              <p:cNvSpPr/>
              <p:nvPr/>
            </p:nvSpPr>
            <p:spPr>
              <a:xfrm>
                <a:off x="3707793" y="3885486"/>
                <a:ext cx="374340" cy="49912"/>
              </a:xfrm>
              <a:custGeom>
                <a:avLst/>
                <a:gdLst>
                  <a:gd name="connsiteX0" fmla="*/ 0 w 374340"/>
                  <a:gd name="connsiteY0" fmla="*/ 0 h 49912"/>
                  <a:gd name="connsiteX1" fmla="*/ 374340 w 374340"/>
                  <a:gd name="connsiteY1" fmla="*/ 0 h 49912"/>
                  <a:gd name="connsiteX2" fmla="*/ 374340 w 374340"/>
                  <a:gd name="connsiteY2" fmla="*/ 49912 h 49912"/>
                  <a:gd name="connsiteX3" fmla="*/ 0 w 374340"/>
                  <a:gd name="connsiteY3" fmla="*/ 49912 h 49912"/>
                </a:gdLst>
                <a:ahLst/>
                <a:cxnLst>
                  <a:cxn ang="0">
                    <a:pos x="connsiteX0" y="connsiteY0"/>
                  </a:cxn>
                  <a:cxn ang="0">
                    <a:pos x="connsiteX1" y="connsiteY1"/>
                  </a:cxn>
                  <a:cxn ang="0">
                    <a:pos x="connsiteX2" y="connsiteY2"/>
                  </a:cxn>
                  <a:cxn ang="0">
                    <a:pos x="connsiteX3" y="connsiteY3"/>
                  </a:cxn>
                </a:cxnLst>
                <a:rect l="l" t="t" r="r" b="b"/>
                <a:pathLst>
                  <a:path w="374340" h="49912">
                    <a:moveTo>
                      <a:pt x="0" y="0"/>
                    </a:moveTo>
                    <a:lnTo>
                      <a:pt x="374340" y="0"/>
                    </a:lnTo>
                    <a:lnTo>
                      <a:pt x="374340" y="49912"/>
                    </a:lnTo>
                    <a:lnTo>
                      <a:pt x="0" y="49912"/>
                    </a:lnTo>
                    <a:close/>
                  </a:path>
                </a:pathLst>
              </a:custGeom>
              <a:solidFill>
                <a:srgbClr val="000000"/>
              </a:solidFill>
              <a:ln w="24904" cap="flat">
                <a:noFill/>
                <a:prstDash val="solid"/>
                <a:miter/>
              </a:ln>
            </p:spPr>
            <p:txBody>
              <a:bodyPr rtlCol="0" anchor="ctr"/>
              <a:lstStyle/>
              <a:p>
                <a:endParaRPr lang="de-DE"/>
              </a:p>
            </p:txBody>
          </p:sp>
          <p:sp>
            <p:nvSpPr>
              <p:cNvPr id="18" name="Freihandform 14">
                <a:extLst>
                  <a:ext uri="{FF2B5EF4-FFF2-40B4-BE49-F238E27FC236}">
                    <a16:creationId xmlns:a16="http://schemas.microsoft.com/office/drawing/2014/main" id="{BDEE93D7-36FD-4FDE-8AC4-243E665F87CF}"/>
                  </a:ext>
                </a:extLst>
              </p:cNvPr>
              <p:cNvSpPr/>
              <p:nvPr/>
            </p:nvSpPr>
            <p:spPr>
              <a:xfrm>
                <a:off x="3707793" y="4035222"/>
                <a:ext cx="374340" cy="49912"/>
              </a:xfrm>
              <a:custGeom>
                <a:avLst/>
                <a:gdLst>
                  <a:gd name="connsiteX0" fmla="*/ 0 w 374340"/>
                  <a:gd name="connsiteY0" fmla="*/ 0 h 49912"/>
                  <a:gd name="connsiteX1" fmla="*/ 374340 w 374340"/>
                  <a:gd name="connsiteY1" fmla="*/ 0 h 49912"/>
                  <a:gd name="connsiteX2" fmla="*/ 374340 w 374340"/>
                  <a:gd name="connsiteY2" fmla="*/ 49912 h 49912"/>
                  <a:gd name="connsiteX3" fmla="*/ 0 w 374340"/>
                  <a:gd name="connsiteY3" fmla="*/ 49912 h 49912"/>
                </a:gdLst>
                <a:ahLst/>
                <a:cxnLst>
                  <a:cxn ang="0">
                    <a:pos x="connsiteX0" y="connsiteY0"/>
                  </a:cxn>
                  <a:cxn ang="0">
                    <a:pos x="connsiteX1" y="connsiteY1"/>
                  </a:cxn>
                  <a:cxn ang="0">
                    <a:pos x="connsiteX2" y="connsiteY2"/>
                  </a:cxn>
                  <a:cxn ang="0">
                    <a:pos x="connsiteX3" y="connsiteY3"/>
                  </a:cxn>
                </a:cxnLst>
                <a:rect l="l" t="t" r="r" b="b"/>
                <a:pathLst>
                  <a:path w="374340" h="49912">
                    <a:moveTo>
                      <a:pt x="0" y="0"/>
                    </a:moveTo>
                    <a:lnTo>
                      <a:pt x="374340" y="0"/>
                    </a:lnTo>
                    <a:lnTo>
                      <a:pt x="374340" y="49912"/>
                    </a:lnTo>
                    <a:lnTo>
                      <a:pt x="0" y="49912"/>
                    </a:lnTo>
                    <a:close/>
                  </a:path>
                </a:pathLst>
              </a:custGeom>
              <a:solidFill>
                <a:srgbClr val="000000"/>
              </a:solidFill>
              <a:ln w="24904" cap="flat">
                <a:noFill/>
                <a:prstDash val="solid"/>
                <a:miter/>
              </a:ln>
            </p:spPr>
            <p:txBody>
              <a:bodyPr rtlCol="0" anchor="ctr"/>
              <a:lstStyle/>
              <a:p>
                <a:endParaRPr lang="de-DE"/>
              </a:p>
            </p:txBody>
          </p:sp>
          <p:sp>
            <p:nvSpPr>
              <p:cNvPr id="19" name="Freihandform 15">
                <a:extLst>
                  <a:ext uri="{FF2B5EF4-FFF2-40B4-BE49-F238E27FC236}">
                    <a16:creationId xmlns:a16="http://schemas.microsoft.com/office/drawing/2014/main" id="{C0A470D1-E5E5-41AA-A7BA-4C1F0797A863}"/>
                  </a:ext>
                </a:extLst>
              </p:cNvPr>
              <p:cNvSpPr/>
              <p:nvPr/>
            </p:nvSpPr>
            <p:spPr>
              <a:xfrm>
                <a:off x="3707793" y="4184958"/>
                <a:ext cx="249560" cy="49912"/>
              </a:xfrm>
              <a:custGeom>
                <a:avLst/>
                <a:gdLst>
                  <a:gd name="connsiteX0" fmla="*/ 0 w 249560"/>
                  <a:gd name="connsiteY0" fmla="*/ 0 h 49912"/>
                  <a:gd name="connsiteX1" fmla="*/ 249560 w 249560"/>
                  <a:gd name="connsiteY1" fmla="*/ 0 h 49912"/>
                  <a:gd name="connsiteX2" fmla="*/ 249560 w 249560"/>
                  <a:gd name="connsiteY2" fmla="*/ 49912 h 49912"/>
                  <a:gd name="connsiteX3" fmla="*/ 0 w 249560"/>
                  <a:gd name="connsiteY3" fmla="*/ 49912 h 49912"/>
                </a:gdLst>
                <a:ahLst/>
                <a:cxnLst>
                  <a:cxn ang="0">
                    <a:pos x="connsiteX0" y="connsiteY0"/>
                  </a:cxn>
                  <a:cxn ang="0">
                    <a:pos x="connsiteX1" y="connsiteY1"/>
                  </a:cxn>
                  <a:cxn ang="0">
                    <a:pos x="connsiteX2" y="connsiteY2"/>
                  </a:cxn>
                  <a:cxn ang="0">
                    <a:pos x="connsiteX3" y="connsiteY3"/>
                  </a:cxn>
                </a:cxnLst>
                <a:rect l="l" t="t" r="r" b="b"/>
                <a:pathLst>
                  <a:path w="249560" h="49912">
                    <a:moveTo>
                      <a:pt x="0" y="0"/>
                    </a:moveTo>
                    <a:lnTo>
                      <a:pt x="249560" y="0"/>
                    </a:lnTo>
                    <a:lnTo>
                      <a:pt x="249560" y="49912"/>
                    </a:lnTo>
                    <a:lnTo>
                      <a:pt x="0" y="49912"/>
                    </a:lnTo>
                    <a:close/>
                  </a:path>
                </a:pathLst>
              </a:custGeom>
              <a:solidFill>
                <a:srgbClr val="000000"/>
              </a:solidFill>
              <a:ln w="24904" cap="flat">
                <a:noFill/>
                <a:prstDash val="solid"/>
                <a:miter/>
              </a:ln>
            </p:spPr>
            <p:txBody>
              <a:bodyPr rtlCol="0" anchor="ctr"/>
              <a:lstStyle/>
              <a:p>
                <a:endParaRPr lang="de-DE"/>
              </a:p>
            </p:txBody>
          </p:sp>
          <p:sp>
            <p:nvSpPr>
              <p:cNvPr id="20" name="Freihandform 16">
                <a:extLst>
                  <a:ext uri="{FF2B5EF4-FFF2-40B4-BE49-F238E27FC236}">
                    <a16:creationId xmlns:a16="http://schemas.microsoft.com/office/drawing/2014/main" id="{AD0364BA-AE28-4D7D-B89A-83853D1C7E3A}"/>
                  </a:ext>
                </a:extLst>
              </p:cNvPr>
              <p:cNvSpPr/>
              <p:nvPr/>
            </p:nvSpPr>
            <p:spPr>
              <a:xfrm>
                <a:off x="2509904" y="3486189"/>
                <a:ext cx="1996481" cy="1522317"/>
              </a:xfrm>
              <a:custGeom>
                <a:avLst/>
                <a:gdLst>
                  <a:gd name="connsiteX0" fmla="*/ 1971526 w 1996481"/>
                  <a:gd name="connsiteY0" fmla="*/ 199649 h 1522317"/>
                  <a:gd name="connsiteX1" fmla="*/ 1821790 w 1996481"/>
                  <a:gd name="connsiteY1" fmla="*/ 199649 h 1522317"/>
                  <a:gd name="connsiteX2" fmla="*/ 1821790 w 1996481"/>
                  <a:gd name="connsiteY2" fmla="*/ 89842 h 1522317"/>
                  <a:gd name="connsiteX3" fmla="*/ 1804944 w 1996481"/>
                  <a:gd name="connsiteY3" fmla="*/ 66234 h 1522317"/>
                  <a:gd name="connsiteX4" fmla="*/ 998241 w 1996481"/>
                  <a:gd name="connsiteY4" fmla="*/ 63489 h 1522317"/>
                  <a:gd name="connsiteX5" fmla="*/ 191537 w 1996481"/>
                  <a:gd name="connsiteY5" fmla="*/ 66209 h 1522317"/>
                  <a:gd name="connsiteX6" fmla="*/ 174692 w 1996481"/>
                  <a:gd name="connsiteY6" fmla="*/ 89842 h 1522317"/>
                  <a:gd name="connsiteX7" fmla="*/ 174692 w 1996481"/>
                  <a:gd name="connsiteY7" fmla="*/ 199649 h 1522317"/>
                  <a:gd name="connsiteX8" fmla="*/ 24956 w 1996481"/>
                  <a:gd name="connsiteY8" fmla="*/ 199649 h 1522317"/>
                  <a:gd name="connsiteX9" fmla="*/ 0 w 1996481"/>
                  <a:gd name="connsiteY9" fmla="*/ 224605 h 1522317"/>
                  <a:gd name="connsiteX10" fmla="*/ 0 w 1996481"/>
                  <a:gd name="connsiteY10" fmla="*/ 1422494 h 1522317"/>
                  <a:gd name="connsiteX11" fmla="*/ 24956 w 1996481"/>
                  <a:gd name="connsiteY11" fmla="*/ 1447450 h 1522317"/>
                  <a:gd name="connsiteX12" fmla="*/ 826044 w 1996481"/>
                  <a:gd name="connsiteY12" fmla="*/ 1447450 h 1522317"/>
                  <a:gd name="connsiteX13" fmla="*/ 920877 w 1996481"/>
                  <a:gd name="connsiteY13" fmla="*/ 1522318 h 1522317"/>
                  <a:gd name="connsiteX14" fmla="*/ 1075605 w 1996481"/>
                  <a:gd name="connsiteY14" fmla="*/ 1522318 h 1522317"/>
                  <a:gd name="connsiteX15" fmla="*/ 1170437 w 1996481"/>
                  <a:gd name="connsiteY15" fmla="*/ 1447450 h 1522317"/>
                  <a:gd name="connsiteX16" fmla="*/ 1971526 w 1996481"/>
                  <a:gd name="connsiteY16" fmla="*/ 1447450 h 1522317"/>
                  <a:gd name="connsiteX17" fmla="*/ 1996482 w 1996481"/>
                  <a:gd name="connsiteY17" fmla="*/ 1422494 h 1522317"/>
                  <a:gd name="connsiteX18" fmla="*/ 1996482 w 1996481"/>
                  <a:gd name="connsiteY18" fmla="*/ 224605 h 1522317"/>
                  <a:gd name="connsiteX19" fmla="*/ 1971526 w 1996481"/>
                  <a:gd name="connsiteY19" fmla="*/ 199649 h 1522317"/>
                  <a:gd name="connsiteX20" fmla="*/ 1771878 w 1996481"/>
                  <a:gd name="connsiteY20" fmla="*/ 107810 h 1522317"/>
                  <a:gd name="connsiteX21" fmla="*/ 1771878 w 1996481"/>
                  <a:gd name="connsiteY21" fmla="*/ 1253292 h 1522317"/>
                  <a:gd name="connsiteX22" fmla="*/ 1023197 w 1996481"/>
                  <a:gd name="connsiteY22" fmla="*/ 1253292 h 1522317"/>
                  <a:gd name="connsiteX23" fmla="*/ 1023197 w 1996481"/>
                  <a:gd name="connsiteY23" fmla="*/ 107810 h 1522317"/>
                  <a:gd name="connsiteX24" fmla="*/ 1771878 w 1996481"/>
                  <a:gd name="connsiteY24" fmla="*/ 107810 h 1522317"/>
                  <a:gd name="connsiteX25" fmla="*/ 224604 w 1996481"/>
                  <a:gd name="connsiteY25" fmla="*/ 107810 h 1522317"/>
                  <a:gd name="connsiteX26" fmla="*/ 973285 w 1996481"/>
                  <a:gd name="connsiteY26" fmla="*/ 107810 h 1522317"/>
                  <a:gd name="connsiteX27" fmla="*/ 973285 w 1996481"/>
                  <a:gd name="connsiteY27" fmla="*/ 1253292 h 1522317"/>
                  <a:gd name="connsiteX28" fmla="*/ 224604 w 1996481"/>
                  <a:gd name="connsiteY28" fmla="*/ 1253292 h 1522317"/>
                  <a:gd name="connsiteX29" fmla="*/ 1946570 w 1996481"/>
                  <a:gd name="connsiteY29" fmla="*/ 1397538 h 1522317"/>
                  <a:gd name="connsiteX30" fmla="*/ 1147977 w 1996481"/>
                  <a:gd name="connsiteY30" fmla="*/ 1397538 h 1522317"/>
                  <a:gd name="connsiteX31" fmla="*/ 1123021 w 1996481"/>
                  <a:gd name="connsiteY31" fmla="*/ 1422494 h 1522317"/>
                  <a:gd name="connsiteX32" fmla="*/ 1123021 w 1996481"/>
                  <a:gd name="connsiteY32" fmla="*/ 1424989 h 1522317"/>
                  <a:gd name="connsiteX33" fmla="*/ 1075605 w 1996481"/>
                  <a:gd name="connsiteY33" fmla="*/ 1472406 h 1522317"/>
                  <a:gd name="connsiteX34" fmla="*/ 920877 w 1996481"/>
                  <a:gd name="connsiteY34" fmla="*/ 1472406 h 1522317"/>
                  <a:gd name="connsiteX35" fmla="*/ 873461 w 1996481"/>
                  <a:gd name="connsiteY35" fmla="*/ 1424989 h 1522317"/>
                  <a:gd name="connsiteX36" fmla="*/ 873461 w 1996481"/>
                  <a:gd name="connsiteY36" fmla="*/ 1422494 h 1522317"/>
                  <a:gd name="connsiteX37" fmla="*/ 848505 w 1996481"/>
                  <a:gd name="connsiteY37" fmla="*/ 1397538 h 1522317"/>
                  <a:gd name="connsiteX38" fmla="*/ 49912 w 1996481"/>
                  <a:gd name="connsiteY38" fmla="*/ 1397538 h 1522317"/>
                  <a:gd name="connsiteX39" fmla="*/ 49912 w 1996481"/>
                  <a:gd name="connsiteY39" fmla="*/ 249561 h 1522317"/>
                  <a:gd name="connsiteX40" fmla="*/ 174692 w 1996481"/>
                  <a:gd name="connsiteY40" fmla="*/ 249561 h 1522317"/>
                  <a:gd name="connsiteX41" fmla="*/ 174692 w 1996481"/>
                  <a:gd name="connsiteY41" fmla="*/ 1287731 h 1522317"/>
                  <a:gd name="connsiteX42" fmla="*/ 199641 w 1996481"/>
                  <a:gd name="connsiteY42" fmla="*/ 1312695 h 1522317"/>
                  <a:gd name="connsiteX43" fmla="*/ 207759 w 1996481"/>
                  <a:gd name="connsiteY43" fmla="*/ 1311340 h 1522317"/>
                  <a:gd name="connsiteX44" fmla="*/ 990130 w 1996481"/>
                  <a:gd name="connsiteY44" fmla="*/ 1311340 h 1522317"/>
                  <a:gd name="connsiteX45" fmla="*/ 991378 w 1996481"/>
                  <a:gd name="connsiteY45" fmla="*/ 1311539 h 1522317"/>
                  <a:gd name="connsiteX46" fmla="*/ 997043 w 1996481"/>
                  <a:gd name="connsiteY46" fmla="*/ 1312488 h 1522317"/>
                  <a:gd name="connsiteX47" fmla="*/ 998241 w 1996481"/>
                  <a:gd name="connsiteY47" fmla="*/ 1312687 h 1522317"/>
                  <a:gd name="connsiteX48" fmla="*/ 999164 w 1996481"/>
                  <a:gd name="connsiteY48" fmla="*/ 1312538 h 1522317"/>
                  <a:gd name="connsiteX49" fmla="*/ 1004779 w 1996481"/>
                  <a:gd name="connsiteY49" fmla="*/ 1311689 h 1522317"/>
                  <a:gd name="connsiteX50" fmla="*/ 1006027 w 1996481"/>
                  <a:gd name="connsiteY50" fmla="*/ 1311415 h 1522317"/>
                  <a:gd name="connsiteX51" fmla="*/ 1006352 w 1996481"/>
                  <a:gd name="connsiteY51" fmla="*/ 1311415 h 1522317"/>
                  <a:gd name="connsiteX52" fmla="*/ 1788723 w 1996481"/>
                  <a:gd name="connsiteY52" fmla="*/ 1311415 h 1522317"/>
                  <a:gd name="connsiteX53" fmla="*/ 1796834 w 1996481"/>
                  <a:gd name="connsiteY53" fmla="*/ 1312687 h 1522317"/>
                  <a:gd name="connsiteX54" fmla="*/ 1821790 w 1996481"/>
                  <a:gd name="connsiteY54" fmla="*/ 1287731 h 1522317"/>
                  <a:gd name="connsiteX55" fmla="*/ 1821790 w 1996481"/>
                  <a:gd name="connsiteY55" fmla="*/ 249561 h 1522317"/>
                  <a:gd name="connsiteX56" fmla="*/ 1946570 w 1996481"/>
                  <a:gd name="connsiteY56" fmla="*/ 249561 h 1522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996481" h="1522317">
                    <a:moveTo>
                      <a:pt x="1971526" y="199649"/>
                    </a:moveTo>
                    <a:lnTo>
                      <a:pt x="1821790" y="199649"/>
                    </a:lnTo>
                    <a:lnTo>
                      <a:pt x="1821790" y="89842"/>
                    </a:lnTo>
                    <a:cubicBezTo>
                      <a:pt x="1821792" y="79183"/>
                      <a:pt x="1815024" y="69698"/>
                      <a:pt x="1804944" y="66234"/>
                    </a:cubicBezTo>
                    <a:cubicBezTo>
                      <a:pt x="1543285" y="-21112"/>
                      <a:pt x="1260486" y="-22076"/>
                      <a:pt x="998241" y="63489"/>
                    </a:cubicBezTo>
                    <a:cubicBezTo>
                      <a:pt x="735998" y="-22083"/>
                      <a:pt x="453199" y="-21130"/>
                      <a:pt x="191537" y="66209"/>
                    </a:cubicBezTo>
                    <a:cubicBezTo>
                      <a:pt x="181448" y="69675"/>
                      <a:pt x="174677" y="79173"/>
                      <a:pt x="174692" y="89842"/>
                    </a:cubicBezTo>
                    <a:lnTo>
                      <a:pt x="174692" y="199649"/>
                    </a:lnTo>
                    <a:lnTo>
                      <a:pt x="24956" y="199649"/>
                    </a:lnTo>
                    <a:cubicBezTo>
                      <a:pt x="11173" y="199649"/>
                      <a:pt x="0" y="210821"/>
                      <a:pt x="0" y="224605"/>
                    </a:cubicBezTo>
                    <a:lnTo>
                      <a:pt x="0" y="1422494"/>
                    </a:lnTo>
                    <a:cubicBezTo>
                      <a:pt x="0" y="1436277"/>
                      <a:pt x="11173" y="1447450"/>
                      <a:pt x="24956" y="1447450"/>
                    </a:cubicBezTo>
                    <a:lnTo>
                      <a:pt x="826044" y="1447450"/>
                    </a:lnTo>
                    <a:cubicBezTo>
                      <a:pt x="836513" y="1491350"/>
                      <a:pt x="875747" y="1522323"/>
                      <a:pt x="920877" y="1522318"/>
                    </a:cubicBezTo>
                    <a:lnTo>
                      <a:pt x="1075605" y="1522318"/>
                    </a:lnTo>
                    <a:cubicBezTo>
                      <a:pt x="1120735" y="1522323"/>
                      <a:pt x="1159968" y="1491350"/>
                      <a:pt x="1170437" y="1447450"/>
                    </a:cubicBezTo>
                    <a:lnTo>
                      <a:pt x="1971526" y="1447450"/>
                    </a:lnTo>
                    <a:cubicBezTo>
                      <a:pt x="1985309" y="1447450"/>
                      <a:pt x="1996482" y="1436277"/>
                      <a:pt x="1996482" y="1422494"/>
                    </a:cubicBezTo>
                    <a:lnTo>
                      <a:pt x="1996482" y="224605"/>
                    </a:lnTo>
                    <a:cubicBezTo>
                      <a:pt x="1996482" y="210821"/>
                      <a:pt x="1985309" y="199649"/>
                      <a:pt x="1971526" y="199649"/>
                    </a:cubicBezTo>
                    <a:close/>
                    <a:moveTo>
                      <a:pt x="1771878" y="107810"/>
                    </a:moveTo>
                    <a:lnTo>
                      <a:pt x="1771878" y="1253292"/>
                    </a:lnTo>
                    <a:cubicBezTo>
                      <a:pt x="1527798" y="1179322"/>
                      <a:pt x="1267277" y="1179322"/>
                      <a:pt x="1023197" y="1253292"/>
                    </a:cubicBezTo>
                    <a:lnTo>
                      <a:pt x="1023197" y="107810"/>
                    </a:lnTo>
                    <a:cubicBezTo>
                      <a:pt x="1266788" y="30612"/>
                      <a:pt x="1528287" y="30612"/>
                      <a:pt x="1771878" y="107810"/>
                    </a:cubicBezTo>
                    <a:close/>
                    <a:moveTo>
                      <a:pt x="224604" y="107810"/>
                    </a:moveTo>
                    <a:cubicBezTo>
                      <a:pt x="468195" y="30612"/>
                      <a:pt x="729694" y="30612"/>
                      <a:pt x="973285" y="107810"/>
                    </a:cubicBezTo>
                    <a:lnTo>
                      <a:pt x="973285" y="1253292"/>
                    </a:lnTo>
                    <a:cubicBezTo>
                      <a:pt x="729205" y="1179322"/>
                      <a:pt x="468684" y="1179322"/>
                      <a:pt x="224604" y="1253292"/>
                    </a:cubicBezTo>
                    <a:close/>
                    <a:moveTo>
                      <a:pt x="1946570" y="1397538"/>
                    </a:moveTo>
                    <a:lnTo>
                      <a:pt x="1147977" y="1397538"/>
                    </a:lnTo>
                    <a:cubicBezTo>
                      <a:pt x="1134194" y="1397538"/>
                      <a:pt x="1123021" y="1408711"/>
                      <a:pt x="1123021" y="1422494"/>
                    </a:cubicBezTo>
                    <a:lnTo>
                      <a:pt x="1123021" y="1424989"/>
                    </a:lnTo>
                    <a:cubicBezTo>
                      <a:pt x="1123021" y="1451176"/>
                      <a:pt x="1101791" y="1472406"/>
                      <a:pt x="1075605" y="1472406"/>
                    </a:cubicBezTo>
                    <a:lnTo>
                      <a:pt x="920877" y="1472406"/>
                    </a:lnTo>
                    <a:cubicBezTo>
                      <a:pt x="894691" y="1472406"/>
                      <a:pt x="873461" y="1451176"/>
                      <a:pt x="873461" y="1424989"/>
                    </a:cubicBezTo>
                    <a:lnTo>
                      <a:pt x="873461" y="1422494"/>
                    </a:lnTo>
                    <a:cubicBezTo>
                      <a:pt x="873461" y="1408711"/>
                      <a:pt x="862288" y="1397538"/>
                      <a:pt x="848505" y="1397538"/>
                    </a:cubicBezTo>
                    <a:lnTo>
                      <a:pt x="49912" y="1397538"/>
                    </a:lnTo>
                    <a:lnTo>
                      <a:pt x="49912" y="249561"/>
                    </a:lnTo>
                    <a:lnTo>
                      <a:pt x="174692" y="249561"/>
                    </a:lnTo>
                    <a:lnTo>
                      <a:pt x="174692" y="1287731"/>
                    </a:lnTo>
                    <a:cubicBezTo>
                      <a:pt x="174687" y="1301514"/>
                      <a:pt x="185857" y="1312690"/>
                      <a:pt x="199641" y="1312695"/>
                    </a:cubicBezTo>
                    <a:cubicBezTo>
                      <a:pt x="202403" y="1312695"/>
                      <a:pt x="205146" y="1312238"/>
                      <a:pt x="207759" y="1311340"/>
                    </a:cubicBezTo>
                    <a:cubicBezTo>
                      <a:pt x="461674" y="1226656"/>
                      <a:pt x="736215" y="1226656"/>
                      <a:pt x="990130" y="1311340"/>
                    </a:cubicBezTo>
                    <a:cubicBezTo>
                      <a:pt x="990542" y="1311432"/>
                      <a:pt x="990959" y="1311499"/>
                      <a:pt x="991378" y="1311539"/>
                    </a:cubicBezTo>
                    <a:cubicBezTo>
                      <a:pt x="993222" y="1312081"/>
                      <a:pt x="995124" y="1312400"/>
                      <a:pt x="997043" y="1312488"/>
                    </a:cubicBezTo>
                    <a:cubicBezTo>
                      <a:pt x="997442" y="1312488"/>
                      <a:pt x="997842" y="1312687"/>
                      <a:pt x="998241" y="1312687"/>
                    </a:cubicBezTo>
                    <a:cubicBezTo>
                      <a:pt x="998640" y="1312687"/>
                      <a:pt x="998865" y="1312562"/>
                      <a:pt x="999164" y="1312538"/>
                    </a:cubicBezTo>
                    <a:cubicBezTo>
                      <a:pt x="1001063" y="1312478"/>
                      <a:pt x="1002948" y="1312193"/>
                      <a:pt x="1004779" y="1311689"/>
                    </a:cubicBezTo>
                    <a:cubicBezTo>
                      <a:pt x="1005179" y="1311689"/>
                      <a:pt x="1005603" y="1311539"/>
                      <a:pt x="1006027" y="1311415"/>
                    </a:cubicBezTo>
                    <a:lnTo>
                      <a:pt x="1006352" y="1311415"/>
                    </a:lnTo>
                    <a:cubicBezTo>
                      <a:pt x="1260267" y="1226731"/>
                      <a:pt x="1534808" y="1226731"/>
                      <a:pt x="1788723" y="1311415"/>
                    </a:cubicBezTo>
                    <a:cubicBezTo>
                      <a:pt x="1791338" y="1312278"/>
                      <a:pt x="1794078" y="1312707"/>
                      <a:pt x="1796834" y="1312687"/>
                    </a:cubicBezTo>
                    <a:cubicBezTo>
                      <a:pt x="1810617" y="1312687"/>
                      <a:pt x="1821790" y="1301514"/>
                      <a:pt x="1821790" y="1287731"/>
                    </a:cubicBezTo>
                    <a:lnTo>
                      <a:pt x="1821790" y="249561"/>
                    </a:lnTo>
                    <a:lnTo>
                      <a:pt x="1946570" y="249561"/>
                    </a:lnTo>
                    <a:close/>
                  </a:path>
                </a:pathLst>
              </a:custGeom>
              <a:solidFill>
                <a:schemeClr val="tx1">
                  <a:lumMod val="85000"/>
                  <a:lumOff val="15000"/>
                </a:schemeClr>
              </a:solidFill>
              <a:ln w="24904" cap="flat">
                <a:noFill/>
                <a:prstDash val="solid"/>
                <a:miter/>
              </a:ln>
            </p:spPr>
            <p:txBody>
              <a:bodyPr rtlCol="0" anchor="ctr"/>
              <a:lstStyle/>
              <a:p>
                <a:endParaRPr lang="de-DE"/>
              </a:p>
            </p:txBody>
          </p:sp>
        </p:grpSp>
        <p:sp>
          <p:nvSpPr>
            <p:cNvPr id="16" name="Grafik 10" descr="Nach rechts zeigender Finger, Handrücken Silhouette">
              <a:extLst>
                <a:ext uri="{FF2B5EF4-FFF2-40B4-BE49-F238E27FC236}">
                  <a16:creationId xmlns:a16="http://schemas.microsoft.com/office/drawing/2014/main" id="{EA566259-C256-4A81-9EEF-03D2B7637E00}"/>
                </a:ext>
              </a:extLst>
            </p:cNvPr>
            <p:cNvSpPr/>
            <p:nvPr/>
          </p:nvSpPr>
          <p:spPr>
            <a:xfrm rot="18732155" flipV="1">
              <a:off x="1550787" y="4285255"/>
              <a:ext cx="990892" cy="714181"/>
            </a:xfrm>
            <a:custGeom>
              <a:avLst/>
              <a:gdLst>
                <a:gd name="connsiteX0" fmla="*/ 1298828 w 1401226"/>
                <a:gd name="connsiteY0" fmla="*/ 218331 h 904341"/>
                <a:gd name="connsiteX1" fmla="*/ 638369 w 1401226"/>
                <a:gd name="connsiteY1" fmla="*/ 218331 h 904341"/>
                <a:gd name="connsiteX2" fmla="*/ 638204 w 1401226"/>
                <a:gd name="connsiteY2" fmla="*/ 218176 h 904341"/>
                <a:gd name="connsiteX3" fmla="*/ 638369 w 1401226"/>
                <a:gd name="connsiteY3" fmla="*/ 218020 h 904341"/>
                <a:gd name="connsiteX4" fmla="*/ 791166 w 1401226"/>
                <a:gd name="connsiteY4" fmla="*/ 185995 h 904341"/>
                <a:gd name="connsiteX5" fmla="*/ 851730 w 1401226"/>
                <a:gd name="connsiteY5" fmla="*/ 150931 h 904341"/>
                <a:gd name="connsiteX6" fmla="*/ 833935 w 1401226"/>
                <a:gd name="connsiteY6" fmla="*/ 19422 h 904341"/>
                <a:gd name="connsiteX7" fmla="*/ 818514 w 1401226"/>
                <a:gd name="connsiteY7" fmla="*/ 10159 h 904341"/>
                <a:gd name="connsiteX8" fmla="*/ 747729 w 1401226"/>
                <a:gd name="connsiteY8" fmla="*/ 2769 h 904341"/>
                <a:gd name="connsiteX9" fmla="*/ 305181 w 1401226"/>
                <a:gd name="connsiteY9" fmla="*/ 95817 h 904341"/>
                <a:gd name="connsiteX10" fmla="*/ 250699 w 1401226"/>
                <a:gd name="connsiteY10" fmla="*/ 130850 h 904341"/>
                <a:gd name="connsiteX11" fmla="*/ 115541 w 1401226"/>
                <a:gd name="connsiteY11" fmla="*/ 296287 h 904341"/>
                <a:gd name="connsiteX12" fmla="*/ 0 w 1401226"/>
                <a:gd name="connsiteY12" fmla="*/ 296287 h 904341"/>
                <a:gd name="connsiteX13" fmla="*/ 0 w 1401226"/>
                <a:gd name="connsiteY13" fmla="*/ 327469 h 904341"/>
                <a:gd name="connsiteX14" fmla="*/ 123635 w 1401226"/>
                <a:gd name="connsiteY14" fmla="*/ 327469 h 904341"/>
                <a:gd name="connsiteX15" fmla="*/ 136691 w 1401226"/>
                <a:gd name="connsiteY15" fmla="*/ 321404 h 904341"/>
                <a:gd name="connsiteX16" fmla="*/ 276629 w 1401226"/>
                <a:gd name="connsiteY16" fmla="*/ 150120 h 904341"/>
                <a:gd name="connsiteX17" fmla="*/ 313489 w 1401226"/>
                <a:gd name="connsiteY17" fmla="*/ 125970 h 904341"/>
                <a:gd name="connsiteX18" fmla="*/ 755938 w 1401226"/>
                <a:gd name="connsiteY18" fmla="*/ 32969 h 904341"/>
                <a:gd name="connsiteX19" fmla="*/ 801122 w 1401226"/>
                <a:gd name="connsiteY19" fmla="*/ 36820 h 904341"/>
                <a:gd name="connsiteX20" fmla="*/ 833108 w 1401226"/>
                <a:gd name="connsiteY20" fmla="*/ 120182 h 904341"/>
                <a:gd name="connsiteX21" fmla="*/ 787704 w 1401226"/>
                <a:gd name="connsiteY21" fmla="*/ 154782 h 904341"/>
                <a:gd name="connsiteX22" fmla="*/ 482737 w 1401226"/>
                <a:gd name="connsiteY22" fmla="*/ 218706 h 904341"/>
                <a:gd name="connsiteX23" fmla="*/ 470239 w 1401226"/>
                <a:gd name="connsiteY23" fmla="*/ 237318 h 904341"/>
                <a:gd name="connsiteX24" fmla="*/ 486298 w 1401226"/>
                <a:gd name="connsiteY24" fmla="*/ 249514 h 904341"/>
                <a:gd name="connsiteX25" fmla="*/ 1299339 w 1401226"/>
                <a:gd name="connsiteY25" fmla="*/ 249514 h 904341"/>
                <a:gd name="connsiteX26" fmla="*/ 1368228 w 1401226"/>
                <a:gd name="connsiteY26" fmla="*/ 309415 h 904341"/>
                <a:gd name="connsiteX27" fmla="*/ 1306299 w 1401226"/>
                <a:gd name="connsiteY27" fmla="*/ 374169 h 904341"/>
                <a:gd name="connsiteX28" fmla="*/ 1302290 w 1401226"/>
                <a:gd name="connsiteY28" fmla="*/ 374242 h 904341"/>
                <a:gd name="connsiteX29" fmla="*/ 857203 w 1401226"/>
                <a:gd name="connsiteY29" fmla="*/ 374242 h 904341"/>
                <a:gd name="connsiteX30" fmla="*/ 841493 w 1401226"/>
                <a:gd name="connsiteY30" fmla="*/ 390566 h 904341"/>
                <a:gd name="connsiteX31" fmla="*/ 858753 w 1401226"/>
                <a:gd name="connsiteY31" fmla="*/ 405425 h 904341"/>
                <a:gd name="connsiteX32" fmla="*/ 901976 w 1401226"/>
                <a:gd name="connsiteY32" fmla="*/ 415122 h 904341"/>
                <a:gd name="connsiteX33" fmla="*/ 875056 w 1401226"/>
                <a:gd name="connsiteY33" fmla="*/ 558654 h 904341"/>
                <a:gd name="connsiteX34" fmla="*/ 862548 w 1401226"/>
                <a:gd name="connsiteY34" fmla="*/ 577260 h 904341"/>
                <a:gd name="connsiteX35" fmla="*/ 866979 w 1401226"/>
                <a:gd name="connsiteY35" fmla="*/ 584894 h 904341"/>
                <a:gd name="connsiteX36" fmla="*/ 890173 w 1401226"/>
                <a:gd name="connsiteY36" fmla="*/ 638558 h 904341"/>
                <a:gd name="connsiteX37" fmla="*/ 804221 w 1401226"/>
                <a:gd name="connsiteY37" fmla="*/ 717246 h 904341"/>
                <a:gd name="connsiteX38" fmla="*/ 797858 w 1401226"/>
                <a:gd name="connsiteY38" fmla="*/ 717246 h 904341"/>
                <a:gd name="connsiteX39" fmla="*/ 781377 w 1401226"/>
                <a:gd name="connsiteY39" fmla="*/ 732841 h 904341"/>
                <a:gd name="connsiteX40" fmla="*/ 786204 w 1401226"/>
                <a:gd name="connsiteY40" fmla="*/ 743860 h 904341"/>
                <a:gd name="connsiteX41" fmla="*/ 807749 w 1401226"/>
                <a:gd name="connsiteY41" fmla="*/ 795794 h 904341"/>
                <a:gd name="connsiteX42" fmla="*/ 721815 w 1401226"/>
                <a:gd name="connsiteY42" fmla="*/ 873157 h 904341"/>
                <a:gd name="connsiteX43" fmla="*/ 428602 w 1401226"/>
                <a:gd name="connsiteY43" fmla="*/ 873157 h 904341"/>
                <a:gd name="connsiteX44" fmla="*/ 206586 w 1401226"/>
                <a:gd name="connsiteY44" fmla="*/ 799474 h 904341"/>
                <a:gd name="connsiteX45" fmla="*/ 82423 w 1401226"/>
                <a:gd name="connsiteY45" fmla="*/ 748429 h 904341"/>
                <a:gd name="connsiteX46" fmla="*/ 0 w 1401226"/>
                <a:gd name="connsiteY46" fmla="*/ 748429 h 904341"/>
                <a:gd name="connsiteX47" fmla="*/ 0 w 1401226"/>
                <a:gd name="connsiteY47" fmla="*/ 779611 h 904341"/>
                <a:gd name="connsiteX48" fmla="*/ 82423 w 1401226"/>
                <a:gd name="connsiteY48" fmla="*/ 779611 h 904341"/>
                <a:gd name="connsiteX49" fmla="*/ 186277 w 1401226"/>
                <a:gd name="connsiteY49" fmla="*/ 824077 h 904341"/>
                <a:gd name="connsiteX50" fmla="*/ 428602 w 1401226"/>
                <a:gd name="connsiteY50" fmla="*/ 904340 h 904341"/>
                <a:gd name="connsiteX51" fmla="*/ 720776 w 1401226"/>
                <a:gd name="connsiteY51" fmla="*/ 904340 h 904341"/>
                <a:gd name="connsiteX52" fmla="*/ 840719 w 1401226"/>
                <a:gd name="connsiteY52" fmla="*/ 793783 h 904341"/>
                <a:gd name="connsiteX53" fmla="*/ 828635 w 1401226"/>
                <a:gd name="connsiteY53" fmla="*/ 746636 h 904341"/>
                <a:gd name="connsiteX54" fmla="*/ 921174 w 1401226"/>
                <a:gd name="connsiteY54" fmla="*/ 618623 h 904341"/>
                <a:gd name="connsiteX55" fmla="*/ 905948 w 1401226"/>
                <a:gd name="connsiteY55" fmla="*/ 581370 h 904341"/>
                <a:gd name="connsiteX56" fmla="*/ 962178 w 1401226"/>
                <a:gd name="connsiteY56" fmla="*/ 437888 h 904341"/>
                <a:gd name="connsiteX57" fmla="*/ 938176 w 1401226"/>
                <a:gd name="connsiteY57" fmla="*/ 405658 h 904341"/>
                <a:gd name="connsiteX58" fmla="*/ 938291 w 1401226"/>
                <a:gd name="connsiteY58" fmla="*/ 405409 h 904341"/>
                <a:gd name="connsiteX59" fmla="*/ 1302290 w 1401226"/>
                <a:gd name="connsiteY59" fmla="*/ 405409 h 904341"/>
                <a:gd name="connsiteX60" fmla="*/ 1401221 w 1401226"/>
                <a:gd name="connsiteY60" fmla="*/ 313861 h 904341"/>
                <a:gd name="connsiteX61" fmla="*/ 1401198 w 1401226"/>
                <a:gd name="connsiteY61" fmla="*/ 310568 h 904341"/>
                <a:gd name="connsiteX62" fmla="*/ 1298828 w 1401226"/>
                <a:gd name="connsiteY62" fmla="*/ 218331 h 904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401226" h="904341">
                  <a:moveTo>
                    <a:pt x="1298828" y="218331"/>
                  </a:moveTo>
                  <a:lnTo>
                    <a:pt x="638369" y="218331"/>
                  </a:lnTo>
                  <a:cubicBezTo>
                    <a:pt x="638279" y="218331"/>
                    <a:pt x="638204" y="218261"/>
                    <a:pt x="638204" y="218176"/>
                  </a:cubicBezTo>
                  <a:cubicBezTo>
                    <a:pt x="638204" y="218090"/>
                    <a:pt x="638279" y="218020"/>
                    <a:pt x="638369" y="218020"/>
                  </a:cubicBezTo>
                  <a:lnTo>
                    <a:pt x="791166" y="185995"/>
                  </a:lnTo>
                  <a:cubicBezTo>
                    <a:pt x="815083" y="181401"/>
                    <a:pt x="836525" y="168987"/>
                    <a:pt x="851730" y="150931"/>
                  </a:cubicBezTo>
                  <a:cubicBezTo>
                    <a:pt x="885212" y="109969"/>
                    <a:pt x="877245" y="51090"/>
                    <a:pt x="833935" y="19422"/>
                  </a:cubicBezTo>
                  <a:cubicBezTo>
                    <a:pt x="829107" y="15892"/>
                    <a:pt x="823945" y="12791"/>
                    <a:pt x="818514" y="10159"/>
                  </a:cubicBezTo>
                  <a:cubicBezTo>
                    <a:pt x="796556" y="-50"/>
                    <a:pt x="771513" y="-2665"/>
                    <a:pt x="747729" y="2769"/>
                  </a:cubicBezTo>
                  <a:lnTo>
                    <a:pt x="305181" y="95817"/>
                  </a:lnTo>
                  <a:cubicBezTo>
                    <a:pt x="283658" y="101949"/>
                    <a:pt x="264643" y="114177"/>
                    <a:pt x="250699" y="130850"/>
                  </a:cubicBezTo>
                  <a:lnTo>
                    <a:pt x="115541" y="296287"/>
                  </a:lnTo>
                  <a:lnTo>
                    <a:pt x="0" y="296287"/>
                  </a:lnTo>
                  <a:lnTo>
                    <a:pt x="0" y="327469"/>
                  </a:lnTo>
                  <a:lnTo>
                    <a:pt x="123635" y="327469"/>
                  </a:lnTo>
                  <a:cubicBezTo>
                    <a:pt x="128745" y="327471"/>
                    <a:pt x="133569" y="325230"/>
                    <a:pt x="136691" y="321404"/>
                  </a:cubicBezTo>
                  <a:lnTo>
                    <a:pt x="276629" y="150120"/>
                  </a:lnTo>
                  <a:cubicBezTo>
                    <a:pt x="286088" y="138767"/>
                    <a:pt x="298927" y="130356"/>
                    <a:pt x="313489" y="125970"/>
                  </a:cubicBezTo>
                  <a:lnTo>
                    <a:pt x="755938" y="32969"/>
                  </a:lnTo>
                  <a:cubicBezTo>
                    <a:pt x="771036" y="29500"/>
                    <a:pt x="786922" y="30853"/>
                    <a:pt x="801122" y="36820"/>
                  </a:cubicBezTo>
                  <a:cubicBezTo>
                    <a:pt x="834294" y="51486"/>
                    <a:pt x="848615" y="88808"/>
                    <a:pt x="833108" y="120182"/>
                  </a:cubicBezTo>
                  <a:cubicBezTo>
                    <a:pt x="824435" y="137729"/>
                    <a:pt x="807677" y="150499"/>
                    <a:pt x="787704" y="154782"/>
                  </a:cubicBezTo>
                  <a:lnTo>
                    <a:pt x="482737" y="218706"/>
                  </a:lnTo>
                  <a:cubicBezTo>
                    <a:pt x="473852" y="220581"/>
                    <a:pt x="468255" y="228913"/>
                    <a:pt x="470239" y="237318"/>
                  </a:cubicBezTo>
                  <a:cubicBezTo>
                    <a:pt x="471917" y="244436"/>
                    <a:pt x="478588" y="249501"/>
                    <a:pt x="486298" y="249514"/>
                  </a:cubicBezTo>
                  <a:lnTo>
                    <a:pt x="1299339" y="249514"/>
                  </a:lnTo>
                  <a:cubicBezTo>
                    <a:pt x="1335516" y="248915"/>
                    <a:pt x="1365825" y="275269"/>
                    <a:pt x="1368228" y="309415"/>
                  </a:cubicBezTo>
                  <a:cubicBezTo>
                    <a:pt x="1370033" y="343470"/>
                    <a:pt x="1342306" y="372462"/>
                    <a:pt x="1306299" y="374169"/>
                  </a:cubicBezTo>
                  <a:cubicBezTo>
                    <a:pt x="1304963" y="374231"/>
                    <a:pt x="1303626" y="374256"/>
                    <a:pt x="1302290" y="374242"/>
                  </a:cubicBezTo>
                  <a:lnTo>
                    <a:pt x="857203" y="374242"/>
                  </a:lnTo>
                  <a:cubicBezTo>
                    <a:pt x="848099" y="374648"/>
                    <a:pt x="841065" y="381955"/>
                    <a:pt x="841493" y="390566"/>
                  </a:cubicBezTo>
                  <a:cubicBezTo>
                    <a:pt x="841922" y="399177"/>
                    <a:pt x="849648" y="405830"/>
                    <a:pt x="858753" y="405425"/>
                  </a:cubicBezTo>
                  <a:cubicBezTo>
                    <a:pt x="873952" y="403072"/>
                    <a:pt x="889513" y="406563"/>
                    <a:pt x="901976" y="415122"/>
                  </a:cubicBezTo>
                  <a:cubicBezTo>
                    <a:pt x="970140" y="469052"/>
                    <a:pt x="936363" y="545776"/>
                    <a:pt x="875056" y="558654"/>
                  </a:cubicBezTo>
                  <a:cubicBezTo>
                    <a:pt x="866169" y="560525"/>
                    <a:pt x="860569" y="568855"/>
                    <a:pt x="862548" y="577260"/>
                  </a:cubicBezTo>
                  <a:cubicBezTo>
                    <a:pt x="863228" y="580151"/>
                    <a:pt x="864765" y="582798"/>
                    <a:pt x="866979" y="584894"/>
                  </a:cubicBezTo>
                  <a:cubicBezTo>
                    <a:pt x="881879" y="599197"/>
                    <a:pt x="890212" y="618480"/>
                    <a:pt x="890173" y="638558"/>
                  </a:cubicBezTo>
                  <a:cubicBezTo>
                    <a:pt x="888892" y="682520"/>
                    <a:pt x="850720" y="717466"/>
                    <a:pt x="804221" y="717246"/>
                  </a:cubicBezTo>
                  <a:lnTo>
                    <a:pt x="797858" y="717246"/>
                  </a:lnTo>
                  <a:cubicBezTo>
                    <a:pt x="788754" y="717248"/>
                    <a:pt x="781375" y="724230"/>
                    <a:pt x="781377" y="732841"/>
                  </a:cubicBezTo>
                  <a:cubicBezTo>
                    <a:pt x="781379" y="736974"/>
                    <a:pt x="783115" y="740937"/>
                    <a:pt x="786204" y="743860"/>
                  </a:cubicBezTo>
                  <a:cubicBezTo>
                    <a:pt x="800481" y="757726"/>
                    <a:pt x="808249" y="776446"/>
                    <a:pt x="807749" y="795794"/>
                  </a:cubicBezTo>
                  <a:cubicBezTo>
                    <a:pt x="805581" y="839164"/>
                    <a:pt x="767721" y="873248"/>
                    <a:pt x="721815" y="873157"/>
                  </a:cubicBezTo>
                  <a:lnTo>
                    <a:pt x="428602" y="873157"/>
                  </a:lnTo>
                  <a:cubicBezTo>
                    <a:pt x="306434" y="873157"/>
                    <a:pt x="253386" y="834024"/>
                    <a:pt x="206586" y="799474"/>
                  </a:cubicBezTo>
                  <a:cubicBezTo>
                    <a:pt x="171012" y="773234"/>
                    <a:pt x="137400" y="748429"/>
                    <a:pt x="82423" y="748429"/>
                  </a:cubicBezTo>
                  <a:lnTo>
                    <a:pt x="0" y="748429"/>
                  </a:lnTo>
                  <a:lnTo>
                    <a:pt x="0" y="779611"/>
                  </a:lnTo>
                  <a:lnTo>
                    <a:pt x="82423" y="779611"/>
                  </a:lnTo>
                  <a:cubicBezTo>
                    <a:pt x="126058" y="779611"/>
                    <a:pt x="152648" y="799224"/>
                    <a:pt x="186277" y="824077"/>
                  </a:cubicBezTo>
                  <a:cubicBezTo>
                    <a:pt x="234775" y="859843"/>
                    <a:pt x="295076" y="904340"/>
                    <a:pt x="428602" y="904340"/>
                  </a:cubicBezTo>
                  <a:lnTo>
                    <a:pt x="720776" y="904340"/>
                  </a:lnTo>
                  <a:cubicBezTo>
                    <a:pt x="785981" y="904676"/>
                    <a:pt x="839395" y="855441"/>
                    <a:pt x="840719" y="793783"/>
                  </a:cubicBezTo>
                  <a:cubicBezTo>
                    <a:pt x="840605" y="777394"/>
                    <a:pt x="836469" y="761254"/>
                    <a:pt x="828635" y="746636"/>
                  </a:cubicBezTo>
                  <a:cubicBezTo>
                    <a:pt x="891564" y="735454"/>
                    <a:pt x="932995" y="678141"/>
                    <a:pt x="921174" y="618623"/>
                  </a:cubicBezTo>
                  <a:cubicBezTo>
                    <a:pt x="918553" y="605429"/>
                    <a:pt x="913391" y="592801"/>
                    <a:pt x="905948" y="581370"/>
                  </a:cubicBezTo>
                  <a:cubicBezTo>
                    <a:pt x="963368" y="556434"/>
                    <a:pt x="988543" y="492195"/>
                    <a:pt x="962178" y="437888"/>
                  </a:cubicBezTo>
                  <a:cubicBezTo>
                    <a:pt x="956331" y="425846"/>
                    <a:pt x="948195" y="414921"/>
                    <a:pt x="938176" y="405658"/>
                  </a:cubicBezTo>
                  <a:cubicBezTo>
                    <a:pt x="938028" y="405518"/>
                    <a:pt x="938077" y="405409"/>
                    <a:pt x="938291" y="405409"/>
                  </a:cubicBezTo>
                  <a:lnTo>
                    <a:pt x="1302290" y="405409"/>
                  </a:lnTo>
                  <a:cubicBezTo>
                    <a:pt x="1356338" y="405967"/>
                    <a:pt x="1400632" y="364980"/>
                    <a:pt x="1401221" y="313861"/>
                  </a:cubicBezTo>
                  <a:cubicBezTo>
                    <a:pt x="1401234" y="312764"/>
                    <a:pt x="1401226" y="311666"/>
                    <a:pt x="1401198" y="310568"/>
                  </a:cubicBezTo>
                  <a:cubicBezTo>
                    <a:pt x="1399231" y="258627"/>
                    <a:pt x="1353778" y="217672"/>
                    <a:pt x="1298828" y="218331"/>
                  </a:cubicBezTo>
                  <a:close/>
                </a:path>
              </a:pathLst>
            </a:custGeom>
            <a:solidFill>
              <a:schemeClr val="tx1">
                <a:lumMod val="85000"/>
                <a:lumOff val="15000"/>
              </a:schemeClr>
            </a:solidFill>
            <a:ln w="16470" cap="flat">
              <a:noFill/>
              <a:prstDash val="solid"/>
              <a:miter/>
            </a:ln>
          </p:spPr>
          <p:txBody>
            <a:bodyPr rtlCol="0" anchor="ctr"/>
            <a:lstStyle/>
            <a:p>
              <a:endParaRPr lang="de-DE"/>
            </a:p>
          </p:txBody>
        </p:sp>
      </p:grpSp>
    </p:spTree>
    <p:extLst>
      <p:ext uri="{BB962C8B-B14F-4D97-AF65-F5344CB8AC3E}">
        <p14:creationId xmlns:p14="http://schemas.microsoft.com/office/powerpoint/2010/main" val="3251666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Referenc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40269" y="600658"/>
            <a:ext cx="8085904" cy="549271"/>
          </a:xfrm>
          <a:prstGeom prst="rect">
            <a:avLst/>
          </a:prstGeom>
        </p:spPr>
        <p:txBody>
          <a:bodyPr lIns="0" tIns="0" rIns="0" bIns="0">
            <a:normAutofit/>
          </a:bodyPr>
          <a:lstStyle>
            <a:lvl1pPr>
              <a:defRPr sz="2800">
                <a:solidFill>
                  <a:srgbClr val="626254"/>
                </a:solidFill>
                <a:latin typeface="Arial" panose="020B0604020202020204" pitchFamily="34" charset="0"/>
                <a:cs typeface="Arial" panose="020B0604020202020204" pitchFamily="34" charset="0"/>
              </a:defRPr>
            </a:lvl1pPr>
          </a:lstStyle>
          <a:p>
            <a:r>
              <a:rPr lang="de-DE"/>
              <a:t>References</a:t>
            </a:r>
            <a:endParaRPr lang="en-US"/>
          </a:p>
        </p:txBody>
      </p:sp>
      <p:sp>
        <p:nvSpPr>
          <p:cNvPr id="4" name="Rechtwinkliges Dreieck 3">
            <a:extLst>
              <a:ext uri="{FF2B5EF4-FFF2-40B4-BE49-F238E27FC236}">
                <a16:creationId xmlns:a16="http://schemas.microsoft.com/office/drawing/2014/main" id="{07094D4A-AE90-48BC-BEAA-59AAF45B7FEE}"/>
              </a:ext>
            </a:extLst>
          </p:cNvPr>
          <p:cNvSpPr/>
          <p:nvPr userDrawn="1"/>
        </p:nvSpPr>
        <p:spPr>
          <a:xfrm rot="5400000" flipV="1">
            <a:off x="8929580" y="-19493"/>
            <a:ext cx="3242930" cy="3281917"/>
          </a:xfrm>
          <a:prstGeom prst="rtTriangl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htwinkliges Dreieck 4">
            <a:extLst>
              <a:ext uri="{FF2B5EF4-FFF2-40B4-BE49-F238E27FC236}">
                <a16:creationId xmlns:a16="http://schemas.microsoft.com/office/drawing/2014/main" id="{A0638668-6347-4347-8C90-1E23EA1A0415}"/>
              </a:ext>
            </a:extLst>
          </p:cNvPr>
          <p:cNvSpPr/>
          <p:nvPr userDrawn="1"/>
        </p:nvSpPr>
        <p:spPr>
          <a:xfrm rot="5400000" flipH="1" flipV="1">
            <a:off x="7589877" y="2255872"/>
            <a:ext cx="6858001" cy="2346253"/>
          </a:xfrm>
          <a:prstGeom prst="rtTriangle">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Content Placeholder 2">
            <a:extLst>
              <a:ext uri="{FF2B5EF4-FFF2-40B4-BE49-F238E27FC236}">
                <a16:creationId xmlns:a16="http://schemas.microsoft.com/office/drawing/2014/main" id="{248F8264-0B3E-4ECC-8DF7-4D40B73F7BB8}"/>
              </a:ext>
            </a:extLst>
          </p:cNvPr>
          <p:cNvSpPr>
            <a:spLocks noGrp="1"/>
          </p:cNvSpPr>
          <p:nvPr>
            <p:ph idx="1"/>
          </p:nvPr>
        </p:nvSpPr>
        <p:spPr>
          <a:xfrm>
            <a:off x="1336431" y="1378990"/>
            <a:ext cx="8753142" cy="4267200"/>
          </a:xfrm>
          <a:prstGeom prst="rect">
            <a:avLst/>
          </a:prstGeom>
          <a:solidFill>
            <a:schemeClr val="bg1"/>
          </a:solidFill>
        </p:spPr>
        <p:txBody>
          <a:bodyPr lIns="0" tIns="0" rIns="0" bIns="0"/>
          <a:lstStyle>
            <a:lvl1pPr marL="0" indent="0">
              <a:lnSpc>
                <a:spcPct val="100000"/>
              </a:lnSpc>
              <a:spcBef>
                <a:spcPts val="0"/>
              </a:spcBef>
              <a:spcAft>
                <a:spcPts val="600"/>
              </a:spcAft>
              <a:buNone/>
              <a:defRPr sz="1600">
                <a:solidFill>
                  <a:srgbClr val="626254"/>
                </a:solidFill>
                <a:latin typeface="Arial" panose="020B0604020202020204" pitchFamily="34" charset="0"/>
                <a:cs typeface="Arial" panose="020B0604020202020204" pitchFamily="34" charset="0"/>
              </a:defRPr>
            </a:lvl1pPr>
            <a:lvl2pPr>
              <a:defRPr>
                <a:solidFill>
                  <a:srgbClr val="626254"/>
                </a:solidFill>
              </a:defRPr>
            </a:lvl2pPr>
            <a:lvl3pPr>
              <a:defRPr>
                <a:solidFill>
                  <a:srgbClr val="626254"/>
                </a:solidFill>
              </a:defRPr>
            </a:lvl3pPr>
            <a:lvl4pPr>
              <a:defRPr>
                <a:solidFill>
                  <a:srgbClr val="626254"/>
                </a:solidFill>
              </a:defRPr>
            </a:lvl4pPr>
            <a:lvl5pPr>
              <a:defRPr>
                <a:solidFill>
                  <a:srgbClr val="626254"/>
                </a:solidFill>
              </a:defRPr>
            </a:lvl5pPr>
          </a:lstStyle>
          <a:p>
            <a:pPr lvl="0"/>
            <a:r>
              <a:rPr lang="de-DE"/>
              <a:t>Textmasterformat bearbeiten</a:t>
            </a:r>
          </a:p>
        </p:txBody>
      </p:sp>
      <p:pic>
        <p:nvPicPr>
          <p:cNvPr id="7" name="Grafik 6" descr="Bücher im Regal Silhouette">
            <a:extLst>
              <a:ext uri="{FF2B5EF4-FFF2-40B4-BE49-F238E27FC236}">
                <a16:creationId xmlns:a16="http://schemas.microsoft.com/office/drawing/2014/main" id="{93158EBF-5314-45A4-B480-199E91A93F7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582316" y="5449315"/>
            <a:ext cx="1116943" cy="1116943"/>
          </a:xfrm>
          <a:prstGeom prst="rect">
            <a:avLst/>
          </a:prstGeom>
        </p:spPr>
      </p:pic>
      <p:pic>
        <p:nvPicPr>
          <p:cNvPr id="8" name="Bild 8">
            <a:extLst>
              <a:ext uri="{FF2B5EF4-FFF2-40B4-BE49-F238E27FC236}">
                <a16:creationId xmlns:a16="http://schemas.microsoft.com/office/drawing/2014/main" id="{AC831C08-0328-4002-87F1-E514BE7C7BE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650692" y="183740"/>
            <a:ext cx="2316793" cy="1055299"/>
          </a:xfrm>
          <a:prstGeom prst="rect">
            <a:avLst/>
          </a:prstGeom>
        </p:spPr>
      </p:pic>
    </p:spTree>
    <p:extLst>
      <p:ext uri="{BB962C8B-B14F-4D97-AF65-F5344CB8AC3E}">
        <p14:creationId xmlns:p14="http://schemas.microsoft.com/office/powerpoint/2010/main" val="27966861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Mindmap">
    <p:spTree>
      <p:nvGrpSpPr>
        <p:cNvPr id="1" name=""/>
        <p:cNvGrpSpPr/>
        <p:nvPr/>
      </p:nvGrpSpPr>
      <p:grpSpPr>
        <a:xfrm>
          <a:off x="0" y="0"/>
          <a:ext cx="0" cy="0"/>
          <a:chOff x="0" y="0"/>
          <a:chExt cx="0" cy="0"/>
        </a:xfrm>
      </p:grpSpPr>
      <p:sp>
        <p:nvSpPr>
          <p:cNvPr id="2" name="Title 1"/>
          <p:cNvSpPr>
            <a:spLocks noGrp="1"/>
          </p:cNvSpPr>
          <p:nvPr>
            <p:ph type="title"/>
          </p:nvPr>
        </p:nvSpPr>
        <p:spPr>
          <a:xfrm>
            <a:off x="1340269" y="600658"/>
            <a:ext cx="9525106" cy="549271"/>
          </a:xfrm>
          <a:prstGeom prst="rect">
            <a:avLst/>
          </a:prstGeom>
        </p:spPr>
        <p:txBody>
          <a:bodyPr lIns="0" tIns="0" rIns="0" bIns="0">
            <a:normAutofit/>
          </a:bodyPr>
          <a:lstStyle>
            <a:lvl1pPr>
              <a:defRPr sz="2800">
                <a:solidFill>
                  <a:srgbClr val="626254"/>
                </a:solidFill>
                <a:latin typeface="Arial" panose="020B0604020202020204" pitchFamily="34" charset="0"/>
                <a:cs typeface="Arial" panose="020B0604020202020204" pitchFamily="34" charset="0"/>
              </a:defRPr>
            </a:lvl1pPr>
          </a:lstStyle>
          <a:p>
            <a:r>
              <a:rPr lang="de-DE"/>
              <a:t>Mastertitelformat bearbeiten</a:t>
            </a:r>
            <a:endParaRPr lang="en-US"/>
          </a:p>
        </p:txBody>
      </p:sp>
      <p:grpSp>
        <p:nvGrpSpPr>
          <p:cNvPr id="4" name="Gruppieren 3">
            <a:extLst>
              <a:ext uri="{FF2B5EF4-FFF2-40B4-BE49-F238E27FC236}">
                <a16:creationId xmlns:a16="http://schemas.microsoft.com/office/drawing/2014/main" id="{CF4F9265-19E9-4694-B0DB-8E0995868E86}"/>
              </a:ext>
            </a:extLst>
          </p:cNvPr>
          <p:cNvGrpSpPr/>
          <p:nvPr userDrawn="1"/>
        </p:nvGrpSpPr>
        <p:grpSpPr>
          <a:xfrm>
            <a:off x="1326626" y="1410510"/>
            <a:ext cx="9538748" cy="4558148"/>
            <a:chOff x="1326626" y="1410510"/>
            <a:chExt cx="9538748" cy="4558148"/>
          </a:xfrm>
        </p:grpSpPr>
        <p:grpSp>
          <p:nvGrpSpPr>
            <p:cNvPr id="5" name="Gruppieren 4">
              <a:extLst>
                <a:ext uri="{FF2B5EF4-FFF2-40B4-BE49-F238E27FC236}">
                  <a16:creationId xmlns:a16="http://schemas.microsoft.com/office/drawing/2014/main" id="{12578051-FD0D-4BB8-BC39-B90874C1B83C}"/>
                </a:ext>
              </a:extLst>
            </p:cNvPr>
            <p:cNvGrpSpPr/>
            <p:nvPr/>
          </p:nvGrpSpPr>
          <p:grpSpPr>
            <a:xfrm>
              <a:off x="1326626" y="1410510"/>
              <a:ext cx="9538748" cy="4558148"/>
              <a:chOff x="1326626" y="1410510"/>
              <a:chExt cx="9538748" cy="4558148"/>
            </a:xfrm>
          </p:grpSpPr>
          <p:sp>
            <p:nvSpPr>
              <p:cNvPr id="13" name="Rechteck: abgerundete Ecken 12">
                <a:extLst>
                  <a:ext uri="{FF2B5EF4-FFF2-40B4-BE49-F238E27FC236}">
                    <a16:creationId xmlns:a16="http://schemas.microsoft.com/office/drawing/2014/main" id="{FB078D79-0260-497B-919F-B52CBC36A75A}"/>
                  </a:ext>
                </a:extLst>
              </p:cNvPr>
              <p:cNvSpPr/>
              <p:nvPr/>
            </p:nvSpPr>
            <p:spPr>
              <a:xfrm>
                <a:off x="1336430" y="1410510"/>
                <a:ext cx="2650603" cy="1171937"/>
              </a:xfrm>
              <a:prstGeom prst="roundRect">
                <a:avLst/>
              </a:prstGeom>
              <a:solidFill>
                <a:schemeClr val="bg2"/>
              </a:solidFill>
              <a:ln w="38100">
                <a:solidFill>
                  <a:srgbClr val="6262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800">
                  <a:solidFill>
                    <a:srgbClr val="626254"/>
                  </a:solidFill>
                  <a:latin typeface="Arial" panose="020B0604020202020204" pitchFamily="34" charset="0"/>
                  <a:cs typeface="Arial" panose="020B0604020202020204" pitchFamily="34" charset="0"/>
                </a:endParaRPr>
              </a:p>
            </p:txBody>
          </p:sp>
          <p:sp>
            <p:nvSpPr>
              <p:cNvPr id="14" name="Rechteck: abgerundete Ecken 13">
                <a:extLst>
                  <a:ext uri="{FF2B5EF4-FFF2-40B4-BE49-F238E27FC236}">
                    <a16:creationId xmlns:a16="http://schemas.microsoft.com/office/drawing/2014/main" id="{43E95B52-C7A9-4DD0-B529-A44A571B0050}"/>
                  </a:ext>
                </a:extLst>
              </p:cNvPr>
              <p:cNvSpPr/>
              <p:nvPr/>
            </p:nvSpPr>
            <p:spPr>
              <a:xfrm>
                <a:off x="8204967" y="1410511"/>
                <a:ext cx="2650603" cy="1171937"/>
              </a:xfrm>
              <a:prstGeom prst="roundRect">
                <a:avLst/>
              </a:prstGeom>
              <a:solidFill>
                <a:schemeClr val="bg2"/>
              </a:solidFill>
              <a:ln w="38100">
                <a:solidFill>
                  <a:srgbClr val="6262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800" b="1">
                  <a:solidFill>
                    <a:srgbClr val="626254"/>
                  </a:solidFill>
                  <a:latin typeface="Arial" panose="020B0604020202020204" pitchFamily="34" charset="0"/>
                  <a:cs typeface="Arial" panose="020B0604020202020204" pitchFamily="34" charset="0"/>
                </a:endParaRPr>
              </a:p>
            </p:txBody>
          </p:sp>
          <p:sp>
            <p:nvSpPr>
              <p:cNvPr id="15" name="Rechteck: abgerundete Ecken 14">
                <a:extLst>
                  <a:ext uri="{FF2B5EF4-FFF2-40B4-BE49-F238E27FC236}">
                    <a16:creationId xmlns:a16="http://schemas.microsoft.com/office/drawing/2014/main" id="{1A8528F9-0004-4448-9A4C-C92D16B75175}"/>
                  </a:ext>
                </a:extLst>
              </p:cNvPr>
              <p:cNvSpPr/>
              <p:nvPr/>
            </p:nvSpPr>
            <p:spPr>
              <a:xfrm>
                <a:off x="1326626" y="4796721"/>
                <a:ext cx="2650603" cy="1171937"/>
              </a:xfrm>
              <a:prstGeom prst="roundRect">
                <a:avLst/>
              </a:prstGeom>
              <a:solidFill>
                <a:schemeClr val="bg2"/>
              </a:solidFill>
              <a:ln w="38100">
                <a:solidFill>
                  <a:srgbClr val="6262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800">
                  <a:solidFill>
                    <a:srgbClr val="626254"/>
                  </a:solidFill>
                  <a:latin typeface="Arial" panose="020B0604020202020204" pitchFamily="34" charset="0"/>
                  <a:cs typeface="Arial" panose="020B0604020202020204" pitchFamily="34" charset="0"/>
                </a:endParaRPr>
              </a:p>
            </p:txBody>
          </p:sp>
          <p:sp>
            <p:nvSpPr>
              <p:cNvPr id="16" name="Rechteck: abgerundete Ecken 15">
                <a:extLst>
                  <a:ext uri="{FF2B5EF4-FFF2-40B4-BE49-F238E27FC236}">
                    <a16:creationId xmlns:a16="http://schemas.microsoft.com/office/drawing/2014/main" id="{7AE76303-D0C1-4D02-A23E-175F74FE249B}"/>
                  </a:ext>
                </a:extLst>
              </p:cNvPr>
              <p:cNvSpPr/>
              <p:nvPr/>
            </p:nvSpPr>
            <p:spPr>
              <a:xfrm>
                <a:off x="1336430" y="3103615"/>
                <a:ext cx="2650603" cy="1171937"/>
              </a:xfrm>
              <a:prstGeom prst="roundRect">
                <a:avLst/>
              </a:prstGeom>
              <a:solidFill>
                <a:schemeClr val="bg2"/>
              </a:solidFill>
              <a:ln w="38100">
                <a:solidFill>
                  <a:srgbClr val="6262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800">
                  <a:solidFill>
                    <a:srgbClr val="626254"/>
                  </a:solidFill>
                  <a:latin typeface="Arial" panose="020B0604020202020204" pitchFamily="34" charset="0"/>
                  <a:cs typeface="Arial" panose="020B0604020202020204" pitchFamily="34" charset="0"/>
                </a:endParaRPr>
              </a:p>
            </p:txBody>
          </p:sp>
          <p:sp>
            <p:nvSpPr>
              <p:cNvPr id="17" name="Rechteck: abgerundete Ecken 16">
                <a:extLst>
                  <a:ext uri="{FF2B5EF4-FFF2-40B4-BE49-F238E27FC236}">
                    <a16:creationId xmlns:a16="http://schemas.microsoft.com/office/drawing/2014/main" id="{01DC68E8-AB08-4DD4-A585-3A8A0672FF21}"/>
                  </a:ext>
                </a:extLst>
              </p:cNvPr>
              <p:cNvSpPr/>
              <p:nvPr/>
            </p:nvSpPr>
            <p:spPr>
              <a:xfrm>
                <a:off x="8214771" y="3103616"/>
                <a:ext cx="2650603" cy="1171937"/>
              </a:xfrm>
              <a:prstGeom prst="roundRect">
                <a:avLst/>
              </a:prstGeom>
              <a:solidFill>
                <a:schemeClr val="bg2"/>
              </a:solidFill>
              <a:ln w="38100">
                <a:solidFill>
                  <a:srgbClr val="6262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800">
                  <a:solidFill>
                    <a:srgbClr val="626254"/>
                  </a:solidFill>
                  <a:latin typeface="Arial" panose="020B0604020202020204" pitchFamily="34" charset="0"/>
                  <a:cs typeface="Arial" panose="020B0604020202020204" pitchFamily="34" charset="0"/>
                </a:endParaRPr>
              </a:p>
            </p:txBody>
          </p:sp>
          <p:sp>
            <p:nvSpPr>
              <p:cNvPr id="18" name="Rechteck: abgerundete Ecken 17">
                <a:extLst>
                  <a:ext uri="{FF2B5EF4-FFF2-40B4-BE49-F238E27FC236}">
                    <a16:creationId xmlns:a16="http://schemas.microsoft.com/office/drawing/2014/main" id="{C9B12E8B-737D-42EF-974C-02A9EA2BC08A}"/>
                  </a:ext>
                </a:extLst>
              </p:cNvPr>
              <p:cNvSpPr/>
              <p:nvPr/>
            </p:nvSpPr>
            <p:spPr>
              <a:xfrm>
                <a:off x="8214771" y="4796721"/>
                <a:ext cx="2650603" cy="1171937"/>
              </a:xfrm>
              <a:prstGeom prst="roundRect">
                <a:avLst/>
              </a:prstGeom>
              <a:solidFill>
                <a:schemeClr val="bg2"/>
              </a:solidFill>
              <a:ln w="38100">
                <a:solidFill>
                  <a:srgbClr val="6262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800">
                  <a:solidFill>
                    <a:srgbClr val="626254"/>
                  </a:solidFill>
                  <a:latin typeface="Arial" panose="020B0604020202020204" pitchFamily="34" charset="0"/>
                  <a:cs typeface="Arial" panose="020B0604020202020204" pitchFamily="34" charset="0"/>
                </a:endParaRPr>
              </a:p>
            </p:txBody>
          </p:sp>
          <p:sp>
            <p:nvSpPr>
              <p:cNvPr id="19" name="Ellipse 18">
                <a:extLst>
                  <a:ext uri="{FF2B5EF4-FFF2-40B4-BE49-F238E27FC236}">
                    <a16:creationId xmlns:a16="http://schemas.microsoft.com/office/drawing/2014/main" id="{17E734FB-0A9F-4440-AE3C-90DFACA9BB3D}"/>
                  </a:ext>
                </a:extLst>
              </p:cNvPr>
              <p:cNvSpPr/>
              <p:nvPr/>
            </p:nvSpPr>
            <p:spPr>
              <a:xfrm>
                <a:off x="4961681" y="2596916"/>
                <a:ext cx="2268638" cy="1863524"/>
              </a:xfrm>
              <a:prstGeom prst="ellipse">
                <a:avLst/>
              </a:prstGeom>
              <a:solidFill>
                <a:schemeClr val="bg2"/>
              </a:solidFill>
              <a:ln w="38100">
                <a:solidFill>
                  <a:srgbClr val="6262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626254"/>
                  </a:solidFill>
                  <a:latin typeface="Arial" panose="020B0604020202020204" pitchFamily="34" charset="0"/>
                  <a:cs typeface="Arial" panose="020B0604020202020204" pitchFamily="34" charset="0"/>
                </a:endParaRPr>
              </a:p>
            </p:txBody>
          </p:sp>
        </p:grpSp>
        <p:grpSp>
          <p:nvGrpSpPr>
            <p:cNvPr id="6" name="Gruppieren 5">
              <a:extLst>
                <a:ext uri="{FF2B5EF4-FFF2-40B4-BE49-F238E27FC236}">
                  <a16:creationId xmlns:a16="http://schemas.microsoft.com/office/drawing/2014/main" id="{7C7BFB49-9AA7-4053-8159-94EF8832EC10}"/>
                </a:ext>
              </a:extLst>
            </p:cNvPr>
            <p:cNvGrpSpPr/>
            <p:nvPr/>
          </p:nvGrpSpPr>
          <p:grpSpPr>
            <a:xfrm>
              <a:off x="3977229" y="1996479"/>
              <a:ext cx="4237542" cy="3386211"/>
              <a:chOff x="3977229" y="1996479"/>
              <a:chExt cx="4237542" cy="3386211"/>
            </a:xfrm>
          </p:grpSpPr>
          <p:cxnSp>
            <p:nvCxnSpPr>
              <p:cNvPr id="7" name="Gerader Verbinder 6">
                <a:extLst>
                  <a:ext uri="{FF2B5EF4-FFF2-40B4-BE49-F238E27FC236}">
                    <a16:creationId xmlns:a16="http://schemas.microsoft.com/office/drawing/2014/main" id="{D2814D06-70BA-4FAF-B8A2-26BA2E65EA16}"/>
                  </a:ext>
                </a:extLst>
              </p:cNvPr>
              <p:cNvCxnSpPr>
                <a:cxnSpLocks/>
                <a:stCxn id="13" idx="3"/>
                <a:endCxn id="19" idx="1"/>
              </p:cNvCxnSpPr>
              <p:nvPr/>
            </p:nvCxnSpPr>
            <p:spPr>
              <a:xfrm>
                <a:off x="3987033" y="1996479"/>
                <a:ext cx="1306882" cy="873344"/>
              </a:xfrm>
              <a:prstGeom prst="line">
                <a:avLst/>
              </a:prstGeom>
              <a:ln w="38100">
                <a:solidFill>
                  <a:srgbClr val="626254"/>
                </a:solidFill>
              </a:ln>
            </p:spPr>
            <p:style>
              <a:lnRef idx="1">
                <a:schemeClr val="accent1"/>
              </a:lnRef>
              <a:fillRef idx="0">
                <a:schemeClr val="accent1"/>
              </a:fillRef>
              <a:effectRef idx="0">
                <a:schemeClr val="accent1"/>
              </a:effectRef>
              <a:fontRef idx="minor">
                <a:schemeClr val="tx1"/>
              </a:fontRef>
            </p:style>
          </p:cxnSp>
          <p:cxnSp>
            <p:nvCxnSpPr>
              <p:cNvPr id="8" name="Gerader Verbinder 7">
                <a:extLst>
                  <a:ext uri="{FF2B5EF4-FFF2-40B4-BE49-F238E27FC236}">
                    <a16:creationId xmlns:a16="http://schemas.microsoft.com/office/drawing/2014/main" id="{EE2A951E-B565-4667-813D-DB97039421E5}"/>
                  </a:ext>
                </a:extLst>
              </p:cNvPr>
              <p:cNvCxnSpPr>
                <a:cxnSpLocks/>
                <a:stCxn id="16" idx="3"/>
                <a:endCxn id="19" idx="2"/>
              </p:cNvCxnSpPr>
              <p:nvPr/>
            </p:nvCxnSpPr>
            <p:spPr>
              <a:xfrm flipV="1">
                <a:off x="3987033" y="3528678"/>
                <a:ext cx="974648" cy="160906"/>
              </a:xfrm>
              <a:prstGeom prst="line">
                <a:avLst/>
              </a:prstGeom>
              <a:ln w="38100">
                <a:solidFill>
                  <a:srgbClr val="626254"/>
                </a:solidFill>
              </a:ln>
            </p:spPr>
            <p:style>
              <a:lnRef idx="1">
                <a:schemeClr val="accent1"/>
              </a:lnRef>
              <a:fillRef idx="0">
                <a:schemeClr val="accent1"/>
              </a:fillRef>
              <a:effectRef idx="0">
                <a:schemeClr val="accent1"/>
              </a:effectRef>
              <a:fontRef idx="minor">
                <a:schemeClr val="tx1"/>
              </a:fontRef>
            </p:style>
          </p:cxnSp>
          <p:cxnSp>
            <p:nvCxnSpPr>
              <p:cNvPr id="9" name="Gerader Verbinder 8">
                <a:extLst>
                  <a:ext uri="{FF2B5EF4-FFF2-40B4-BE49-F238E27FC236}">
                    <a16:creationId xmlns:a16="http://schemas.microsoft.com/office/drawing/2014/main" id="{18CA7EEB-ACD2-4A5E-97DD-661003D31B0C}"/>
                  </a:ext>
                </a:extLst>
              </p:cNvPr>
              <p:cNvCxnSpPr>
                <a:cxnSpLocks/>
                <a:stCxn id="15" idx="3"/>
                <a:endCxn id="19" idx="3"/>
              </p:cNvCxnSpPr>
              <p:nvPr/>
            </p:nvCxnSpPr>
            <p:spPr>
              <a:xfrm flipV="1">
                <a:off x="3977229" y="4187533"/>
                <a:ext cx="1316686" cy="1195157"/>
              </a:xfrm>
              <a:prstGeom prst="line">
                <a:avLst/>
              </a:prstGeom>
              <a:ln w="38100">
                <a:solidFill>
                  <a:srgbClr val="626254"/>
                </a:solidFill>
              </a:ln>
            </p:spPr>
            <p:style>
              <a:lnRef idx="1">
                <a:schemeClr val="accent1"/>
              </a:lnRef>
              <a:fillRef idx="0">
                <a:schemeClr val="accent1"/>
              </a:fillRef>
              <a:effectRef idx="0">
                <a:schemeClr val="accent1"/>
              </a:effectRef>
              <a:fontRef idx="minor">
                <a:schemeClr val="tx1"/>
              </a:fontRef>
            </p:style>
          </p:cxnSp>
          <p:cxnSp>
            <p:nvCxnSpPr>
              <p:cNvPr id="10" name="Gerader Verbinder 9">
                <a:extLst>
                  <a:ext uri="{FF2B5EF4-FFF2-40B4-BE49-F238E27FC236}">
                    <a16:creationId xmlns:a16="http://schemas.microsoft.com/office/drawing/2014/main" id="{3EE1DC34-4C26-49E2-B299-4F3203F2EBF5}"/>
                  </a:ext>
                </a:extLst>
              </p:cNvPr>
              <p:cNvCxnSpPr>
                <a:cxnSpLocks/>
                <a:stCxn id="19" idx="6"/>
                <a:endCxn id="17" idx="1"/>
              </p:cNvCxnSpPr>
              <p:nvPr/>
            </p:nvCxnSpPr>
            <p:spPr>
              <a:xfrm>
                <a:off x="7230319" y="3528678"/>
                <a:ext cx="984452" cy="160907"/>
              </a:xfrm>
              <a:prstGeom prst="line">
                <a:avLst/>
              </a:prstGeom>
              <a:ln w="38100">
                <a:solidFill>
                  <a:srgbClr val="626254"/>
                </a:solidFill>
              </a:ln>
            </p:spPr>
            <p:style>
              <a:lnRef idx="1">
                <a:schemeClr val="accent1"/>
              </a:lnRef>
              <a:fillRef idx="0">
                <a:schemeClr val="accent1"/>
              </a:fillRef>
              <a:effectRef idx="0">
                <a:schemeClr val="accent1"/>
              </a:effectRef>
              <a:fontRef idx="minor">
                <a:schemeClr val="tx1"/>
              </a:fontRef>
            </p:style>
          </p:cxnSp>
          <p:cxnSp>
            <p:nvCxnSpPr>
              <p:cNvPr id="11" name="Gerader Verbinder 10">
                <a:extLst>
                  <a:ext uri="{FF2B5EF4-FFF2-40B4-BE49-F238E27FC236}">
                    <a16:creationId xmlns:a16="http://schemas.microsoft.com/office/drawing/2014/main" id="{2F3997EA-9D4F-4DB0-8D8B-40123D89EE80}"/>
                  </a:ext>
                </a:extLst>
              </p:cNvPr>
              <p:cNvCxnSpPr>
                <a:cxnSpLocks/>
                <a:stCxn id="19" idx="5"/>
                <a:endCxn id="18" idx="1"/>
              </p:cNvCxnSpPr>
              <p:nvPr/>
            </p:nvCxnSpPr>
            <p:spPr>
              <a:xfrm>
                <a:off x="6898085" y="4187533"/>
                <a:ext cx="1316686" cy="1195157"/>
              </a:xfrm>
              <a:prstGeom prst="line">
                <a:avLst/>
              </a:prstGeom>
              <a:ln w="38100">
                <a:solidFill>
                  <a:srgbClr val="626254"/>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A0F33349-E442-4733-9097-D2C8BB89536B}"/>
                  </a:ext>
                </a:extLst>
              </p:cNvPr>
              <p:cNvCxnSpPr>
                <a:cxnSpLocks/>
                <a:stCxn id="19" idx="7"/>
                <a:endCxn id="14" idx="1"/>
              </p:cNvCxnSpPr>
              <p:nvPr/>
            </p:nvCxnSpPr>
            <p:spPr>
              <a:xfrm flipV="1">
                <a:off x="6898085" y="1996480"/>
                <a:ext cx="1306882" cy="873343"/>
              </a:xfrm>
              <a:prstGeom prst="line">
                <a:avLst/>
              </a:prstGeom>
              <a:ln w="38100">
                <a:solidFill>
                  <a:srgbClr val="626254"/>
                </a:solidFill>
              </a:ln>
            </p:spPr>
            <p:style>
              <a:lnRef idx="1">
                <a:schemeClr val="accent1"/>
              </a:lnRef>
              <a:fillRef idx="0">
                <a:schemeClr val="accent1"/>
              </a:fillRef>
              <a:effectRef idx="0">
                <a:schemeClr val="accent1"/>
              </a:effectRef>
              <a:fontRef idx="minor">
                <a:schemeClr val="tx1"/>
              </a:fontRef>
            </p:style>
          </p:cxnSp>
        </p:grpSp>
      </p:grpSp>
      <p:sp>
        <p:nvSpPr>
          <p:cNvPr id="21" name="Textfeld 20">
            <a:extLst>
              <a:ext uri="{FF2B5EF4-FFF2-40B4-BE49-F238E27FC236}">
                <a16:creationId xmlns:a16="http://schemas.microsoft.com/office/drawing/2014/main" id="{33A5A732-8D78-40C7-9D36-A0D5AEB9967B}"/>
              </a:ext>
            </a:extLst>
          </p:cNvPr>
          <p:cNvSpPr txBox="1"/>
          <p:nvPr userDrawn="1"/>
        </p:nvSpPr>
        <p:spPr>
          <a:xfrm>
            <a:off x="1595484" y="3353465"/>
            <a:ext cx="2112886" cy="336118"/>
          </a:xfrm>
          <a:prstGeom prst="rect">
            <a:avLst/>
          </a:prstGeom>
          <a:noFill/>
        </p:spPr>
        <p:txBody>
          <a:bodyPr wrap="square" rtlCol="0">
            <a:spAutoFit/>
          </a:bodyPr>
          <a:lstStyle/>
          <a:p>
            <a:endParaRPr lang="de-DE">
              <a:latin typeface="Arial" panose="020B0604020202020204" pitchFamily="34" charset="0"/>
              <a:cs typeface="Arial" panose="020B0604020202020204" pitchFamily="34" charset="0"/>
            </a:endParaRPr>
          </a:p>
        </p:txBody>
      </p:sp>
      <p:sp>
        <p:nvSpPr>
          <p:cNvPr id="22" name="Textfeld 21">
            <a:extLst>
              <a:ext uri="{FF2B5EF4-FFF2-40B4-BE49-F238E27FC236}">
                <a16:creationId xmlns:a16="http://schemas.microsoft.com/office/drawing/2014/main" id="{3DCDB431-2616-4383-80C9-EB3CB3474F89}"/>
              </a:ext>
            </a:extLst>
          </p:cNvPr>
          <p:cNvSpPr txBox="1"/>
          <p:nvPr userDrawn="1"/>
        </p:nvSpPr>
        <p:spPr>
          <a:xfrm>
            <a:off x="1583872" y="4972974"/>
            <a:ext cx="2112886" cy="336118"/>
          </a:xfrm>
          <a:prstGeom prst="rect">
            <a:avLst/>
          </a:prstGeom>
          <a:noFill/>
        </p:spPr>
        <p:txBody>
          <a:bodyPr wrap="square" rtlCol="0">
            <a:spAutoFit/>
          </a:bodyPr>
          <a:lstStyle/>
          <a:p>
            <a:endParaRPr lang="de-DE">
              <a:latin typeface="Arial" panose="020B0604020202020204" pitchFamily="34" charset="0"/>
              <a:cs typeface="Arial" panose="020B0604020202020204" pitchFamily="34" charset="0"/>
            </a:endParaRPr>
          </a:p>
        </p:txBody>
      </p:sp>
      <p:sp>
        <p:nvSpPr>
          <p:cNvPr id="23" name="Textfeld 22">
            <a:extLst>
              <a:ext uri="{FF2B5EF4-FFF2-40B4-BE49-F238E27FC236}">
                <a16:creationId xmlns:a16="http://schemas.microsoft.com/office/drawing/2014/main" id="{D4B7859B-E674-445A-B52A-7043FC92C22B}"/>
              </a:ext>
            </a:extLst>
          </p:cNvPr>
          <p:cNvSpPr txBox="1"/>
          <p:nvPr userDrawn="1"/>
        </p:nvSpPr>
        <p:spPr>
          <a:xfrm>
            <a:off x="5609659" y="3353465"/>
            <a:ext cx="888795" cy="336118"/>
          </a:xfrm>
          <a:prstGeom prst="rect">
            <a:avLst/>
          </a:prstGeom>
          <a:noFill/>
        </p:spPr>
        <p:txBody>
          <a:bodyPr wrap="square" rtlCol="0">
            <a:spAutoFit/>
          </a:bodyPr>
          <a:lstStyle/>
          <a:p>
            <a:endParaRPr lang="de-DE">
              <a:latin typeface="Arial" panose="020B0604020202020204" pitchFamily="34" charset="0"/>
              <a:cs typeface="Arial" panose="020B0604020202020204" pitchFamily="34" charset="0"/>
            </a:endParaRPr>
          </a:p>
        </p:txBody>
      </p:sp>
      <p:sp>
        <p:nvSpPr>
          <p:cNvPr id="26" name="Textfeld 25">
            <a:extLst>
              <a:ext uri="{FF2B5EF4-FFF2-40B4-BE49-F238E27FC236}">
                <a16:creationId xmlns:a16="http://schemas.microsoft.com/office/drawing/2014/main" id="{3A6EEF9B-2336-4B9A-A0C5-86510AA01597}"/>
              </a:ext>
            </a:extLst>
          </p:cNvPr>
          <p:cNvSpPr txBox="1"/>
          <p:nvPr userDrawn="1"/>
        </p:nvSpPr>
        <p:spPr>
          <a:xfrm>
            <a:off x="8483629" y="3441072"/>
            <a:ext cx="2112886" cy="336118"/>
          </a:xfrm>
          <a:prstGeom prst="rect">
            <a:avLst/>
          </a:prstGeom>
          <a:noFill/>
        </p:spPr>
        <p:txBody>
          <a:bodyPr wrap="square" rtlCol="0">
            <a:spAutoFit/>
          </a:bodyPr>
          <a:lstStyle/>
          <a:p>
            <a:endParaRPr lang="de-DE">
              <a:latin typeface="Arial" panose="020B0604020202020204" pitchFamily="34" charset="0"/>
              <a:cs typeface="Arial" panose="020B0604020202020204" pitchFamily="34" charset="0"/>
            </a:endParaRPr>
          </a:p>
        </p:txBody>
      </p:sp>
      <p:sp>
        <p:nvSpPr>
          <p:cNvPr id="27" name="Textfeld 26">
            <a:extLst>
              <a:ext uri="{FF2B5EF4-FFF2-40B4-BE49-F238E27FC236}">
                <a16:creationId xmlns:a16="http://schemas.microsoft.com/office/drawing/2014/main" id="{4E95CD47-0E0A-4DCC-ACBD-BA51955E99DC}"/>
              </a:ext>
            </a:extLst>
          </p:cNvPr>
          <p:cNvSpPr txBox="1"/>
          <p:nvPr userDrawn="1"/>
        </p:nvSpPr>
        <p:spPr>
          <a:xfrm>
            <a:off x="8495242" y="5046572"/>
            <a:ext cx="2112886" cy="336118"/>
          </a:xfrm>
          <a:prstGeom prst="rect">
            <a:avLst/>
          </a:prstGeom>
          <a:noFill/>
        </p:spPr>
        <p:txBody>
          <a:bodyPr wrap="square" rtlCol="0">
            <a:spAutoFit/>
          </a:bodyPr>
          <a:lstStyle/>
          <a:p>
            <a:endParaRPr lang="de-DE">
              <a:latin typeface="Arial" panose="020B0604020202020204" pitchFamily="34" charset="0"/>
              <a:cs typeface="Arial" panose="020B0604020202020204" pitchFamily="34" charset="0"/>
            </a:endParaRPr>
          </a:p>
        </p:txBody>
      </p:sp>
      <p:sp>
        <p:nvSpPr>
          <p:cNvPr id="28" name="Content Placeholder 2">
            <a:extLst>
              <a:ext uri="{FF2B5EF4-FFF2-40B4-BE49-F238E27FC236}">
                <a16:creationId xmlns:a16="http://schemas.microsoft.com/office/drawing/2014/main" id="{11D41469-9EA4-44DD-8258-56397A40B1D7}"/>
              </a:ext>
            </a:extLst>
          </p:cNvPr>
          <p:cNvSpPr>
            <a:spLocks noGrp="1"/>
          </p:cNvSpPr>
          <p:nvPr>
            <p:ph idx="1" hasCustomPrompt="1"/>
          </p:nvPr>
        </p:nvSpPr>
        <p:spPr>
          <a:xfrm>
            <a:off x="1606193" y="3313959"/>
            <a:ext cx="2111076" cy="767898"/>
          </a:xfrm>
          <a:prstGeom prst="rect">
            <a:avLst/>
          </a:prstGeom>
        </p:spPr>
        <p:txBody>
          <a:bodyPr lIns="0" tIns="0" rIns="0" bIns="0" anchor="ctr" anchorCtr="1"/>
          <a:lstStyle>
            <a:lvl1pPr marL="0" indent="0">
              <a:lnSpc>
                <a:spcPct val="120000"/>
              </a:lnSpc>
              <a:spcBef>
                <a:spcPts val="0"/>
              </a:spcBef>
              <a:spcAft>
                <a:spcPts val="0"/>
              </a:spcAft>
              <a:buNone/>
              <a:defRPr sz="1600">
                <a:solidFill>
                  <a:srgbClr val="626254"/>
                </a:solidFill>
                <a:latin typeface="Arial" panose="020B0604020202020204" pitchFamily="34" charset="0"/>
                <a:cs typeface="Arial" panose="020B0604020202020204" pitchFamily="34" charset="0"/>
              </a:defRPr>
            </a:lvl1pPr>
            <a:lvl2pPr>
              <a:defRPr>
                <a:solidFill>
                  <a:srgbClr val="626254"/>
                </a:solidFill>
              </a:defRPr>
            </a:lvl2pPr>
            <a:lvl3pPr>
              <a:defRPr>
                <a:solidFill>
                  <a:srgbClr val="626254"/>
                </a:solidFill>
              </a:defRPr>
            </a:lvl3pPr>
            <a:lvl4pPr>
              <a:defRPr>
                <a:solidFill>
                  <a:srgbClr val="626254"/>
                </a:solidFill>
              </a:defRPr>
            </a:lvl4pPr>
            <a:lvl5pPr>
              <a:defRPr>
                <a:solidFill>
                  <a:srgbClr val="626254"/>
                </a:solidFill>
              </a:defRPr>
            </a:lvl5pPr>
          </a:lstStyle>
          <a:p>
            <a:pPr lvl="0"/>
            <a:r>
              <a:rPr lang="de-DE"/>
              <a:t>Textmasterformat bearbeiten</a:t>
            </a:r>
          </a:p>
        </p:txBody>
      </p:sp>
      <p:sp>
        <p:nvSpPr>
          <p:cNvPr id="30" name="Content Placeholder 2">
            <a:extLst>
              <a:ext uri="{FF2B5EF4-FFF2-40B4-BE49-F238E27FC236}">
                <a16:creationId xmlns:a16="http://schemas.microsoft.com/office/drawing/2014/main" id="{39140512-B025-4266-8431-6AD6152A65D9}"/>
              </a:ext>
            </a:extLst>
          </p:cNvPr>
          <p:cNvSpPr>
            <a:spLocks noGrp="1"/>
          </p:cNvSpPr>
          <p:nvPr>
            <p:ph idx="10" hasCustomPrompt="1"/>
          </p:nvPr>
        </p:nvSpPr>
        <p:spPr>
          <a:xfrm>
            <a:off x="1616902" y="1626737"/>
            <a:ext cx="2111076" cy="767898"/>
          </a:xfrm>
          <a:prstGeom prst="rect">
            <a:avLst/>
          </a:prstGeom>
        </p:spPr>
        <p:txBody>
          <a:bodyPr lIns="0" tIns="0" rIns="0" bIns="0" anchor="ctr" anchorCtr="1"/>
          <a:lstStyle>
            <a:lvl1pPr marL="0" indent="0">
              <a:lnSpc>
                <a:spcPct val="120000"/>
              </a:lnSpc>
              <a:spcBef>
                <a:spcPts val="0"/>
              </a:spcBef>
              <a:spcAft>
                <a:spcPts val="0"/>
              </a:spcAft>
              <a:buNone/>
              <a:defRPr sz="1600">
                <a:solidFill>
                  <a:srgbClr val="626254"/>
                </a:solidFill>
                <a:latin typeface="Arial" panose="020B0604020202020204" pitchFamily="34" charset="0"/>
                <a:cs typeface="Arial" panose="020B0604020202020204" pitchFamily="34" charset="0"/>
              </a:defRPr>
            </a:lvl1pPr>
            <a:lvl2pPr>
              <a:defRPr>
                <a:solidFill>
                  <a:srgbClr val="626254"/>
                </a:solidFill>
              </a:defRPr>
            </a:lvl2pPr>
            <a:lvl3pPr>
              <a:defRPr>
                <a:solidFill>
                  <a:srgbClr val="626254"/>
                </a:solidFill>
              </a:defRPr>
            </a:lvl3pPr>
            <a:lvl4pPr>
              <a:defRPr>
                <a:solidFill>
                  <a:srgbClr val="626254"/>
                </a:solidFill>
              </a:defRPr>
            </a:lvl4pPr>
            <a:lvl5pPr>
              <a:defRPr>
                <a:solidFill>
                  <a:srgbClr val="626254"/>
                </a:solidFill>
              </a:defRPr>
            </a:lvl5pPr>
          </a:lstStyle>
          <a:p>
            <a:pPr lvl="0"/>
            <a:r>
              <a:rPr lang="de-DE"/>
              <a:t>Textmasterformat bearbeiten</a:t>
            </a:r>
          </a:p>
        </p:txBody>
      </p:sp>
      <p:sp>
        <p:nvSpPr>
          <p:cNvPr id="31" name="Content Placeholder 2">
            <a:extLst>
              <a:ext uri="{FF2B5EF4-FFF2-40B4-BE49-F238E27FC236}">
                <a16:creationId xmlns:a16="http://schemas.microsoft.com/office/drawing/2014/main" id="{4D1B8892-2369-4DBD-AE68-7B6D4279831F}"/>
              </a:ext>
            </a:extLst>
          </p:cNvPr>
          <p:cNvSpPr>
            <a:spLocks noGrp="1"/>
          </p:cNvSpPr>
          <p:nvPr>
            <p:ph idx="11" hasCustomPrompt="1"/>
          </p:nvPr>
        </p:nvSpPr>
        <p:spPr>
          <a:xfrm>
            <a:off x="1581893" y="4972974"/>
            <a:ext cx="2111076" cy="767898"/>
          </a:xfrm>
          <a:prstGeom prst="rect">
            <a:avLst/>
          </a:prstGeom>
        </p:spPr>
        <p:txBody>
          <a:bodyPr lIns="0" tIns="0" rIns="0" bIns="0" anchor="ctr" anchorCtr="1"/>
          <a:lstStyle>
            <a:lvl1pPr marL="0" indent="0">
              <a:lnSpc>
                <a:spcPct val="120000"/>
              </a:lnSpc>
              <a:spcBef>
                <a:spcPts val="0"/>
              </a:spcBef>
              <a:spcAft>
                <a:spcPts val="0"/>
              </a:spcAft>
              <a:buNone/>
              <a:defRPr sz="1600">
                <a:solidFill>
                  <a:srgbClr val="626254"/>
                </a:solidFill>
                <a:latin typeface="Arial" panose="020B0604020202020204" pitchFamily="34" charset="0"/>
                <a:cs typeface="Arial" panose="020B0604020202020204" pitchFamily="34" charset="0"/>
              </a:defRPr>
            </a:lvl1pPr>
            <a:lvl2pPr>
              <a:defRPr>
                <a:solidFill>
                  <a:srgbClr val="626254"/>
                </a:solidFill>
              </a:defRPr>
            </a:lvl2pPr>
            <a:lvl3pPr>
              <a:defRPr>
                <a:solidFill>
                  <a:srgbClr val="626254"/>
                </a:solidFill>
              </a:defRPr>
            </a:lvl3pPr>
            <a:lvl4pPr>
              <a:defRPr>
                <a:solidFill>
                  <a:srgbClr val="626254"/>
                </a:solidFill>
              </a:defRPr>
            </a:lvl4pPr>
            <a:lvl5pPr>
              <a:defRPr>
                <a:solidFill>
                  <a:srgbClr val="626254"/>
                </a:solidFill>
              </a:defRPr>
            </a:lvl5pPr>
          </a:lstStyle>
          <a:p>
            <a:pPr lvl="0"/>
            <a:r>
              <a:rPr lang="de-DE"/>
              <a:t>Textmasterformat bearbeiten</a:t>
            </a:r>
          </a:p>
        </p:txBody>
      </p:sp>
      <p:sp>
        <p:nvSpPr>
          <p:cNvPr id="32" name="Content Placeholder 2">
            <a:extLst>
              <a:ext uri="{FF2B5EF4-FFF2-40B4-BE49-F238E27FC236}">
                <a16:creationId xmlns:a16="http://schemas.microsoft.com/office/drawing/2014/main" id="{737F6AE3-7F0D-4744-A195-B0DB61C40E42}"/>
              </a:ext>
            </a:extLst>
          </p:cNvPr>
          <p:cNvSpPr>
            <a:spLocks noGrp="1"/>
          </p:cNvSpPr>
          <p:nvPr>
            <p:ph idx="12" hasCustomPrompt="1"/>
          </p:nvPr>
        </p:nvSpPr>
        <p:spPr>
          <a:xfrm>
            <a:off x="5388101" y="3137575"/>
            <a:ext cx="1509984" cy="767898"/>
          </a:xfrm>
          <a:prstGeom prst="rect">
            <a:avLst/>
          </a:prstGeom>
        </p:spPr>
        <p:txBody>
          <a:bodyPr lIns="0" tIns="0" rIns="0" bIns="0" anchor="ctr" anchorCtr="1"/>
          <a:lstStyle>
            <a:lvl1pPr marL="0" indent="0">
              <a:lnSpc>
                <a:spcPct val="120000"/>
              </a:lnSpc>
              <a:spcBef>
                <a:spcPts val="0"/>
              </a:spcBef>
              <a:spcAft>
                <a:spcPts val="0"/>
              </a:spcAft>
              <a:buNone/>
              <a:defRPr sz="1600">
                <a:solidFill>
                  <a:srgbClr val="626254"/>
                </a:solidFill>
                <a:latin typeface="Arial" panose="020B0604020202020204" pitchFamily="34" charset="0"/>
                <a:cs typeface="Arial" panose="020B0604020202020204" pitchFamily="34" charset="0"/>
              </a:defRPr>
            </a:lvl1pPr>
            <a:lvl2pPr>
              <a:defRPr>
                <a:solidFill>
                  <a:srgbClr val="626254"/>
                </a:solidFill>
              </a:defRPr>
            </a:lvl2pPr>
            <a:lvl3pPr>
              <a:defRPr>
                <a:solidFill>
                  <a:srgbClr val="626254"/>
                </a:solidFill>
              </a:defRPr>
            </a:lvl3pPr>
            <a:lvl4pPr>
              <a:defRPr>
                <a:solidFill>
                  <a:srgbClr val="626254"/>
                </a:solidFill>
              </a:defRPr>
            </a:lvl4pPr>
            <a:lvl5pPr>
              <a:defRPr>
                <a:solidFill>
                  <a:srgbClr val="626254"/>
                </a:solidFill>
              </a:defRPr>
            </a:lvl5pPr>
          </a:lstStyle>
          <a:p>
            <a:pPr lvl="0"/>
            <a:r>
              <a:rPr lang="de-DE"/>
              <a:t>Textmasterformat bearbeiten</a:t>
            </a:r>
          </a:p>
        </p:txBody>
      </p:sp>
      <p:sp>
        <p:nvSpPr>
          <p:cNvPr id="33" name="Content Placeholder 2">
            <a:extLst>
              <a:ext uri="{FF2B5EF4-FFF2-40B4-BE49-F238E27FC236}">
                <a16:creationId xmlns:a16="http://schemas.microsoft.com/office/drawing/2014/main" id="{E1C0AFB5-65C3-40E0-8D0F-D6AB95EB5601}"/>
              </a:ext>
            </a:extLst>
          </p:cNvPr>
          <p:cNvSpPr>
            <a:spLocks noGrp="1"/>
          </p:cNvSpPr>
          <p:nvPr>
            <p:ph idx="13" hasCustomPrompt="1"/>
          </p:nvPr>
        </p:nvSpPr>
        <p:spPr>
          <a:xfrm>
            <a:off x="8472348" y="3297054"/>
            <a:ext cx="2135448" cy="767898"/>
          </a:xfrm>
          <a:prstGeom prst="rect">
            <a:avLst/>
          </a:prstGeom>
        </p:spPr>
        <p:txBody>
          <a:bodyPr lIns="0" tIns="0" rIns="0" bIns="0" anchor="ctr" anchorCtr="1"/>
          <a:lstStyle>
            <a:lvl1pPr marL="0" indent="0">
              <a:lnSpc>
                <a:spcPct val="120000"/>
              </a:lnSpc>
              <a:spcBef>
                <a:spcPts val="0"/>
              </a:spcBef>
              <a:spcAft>
                <a:spcPts val="0"/>
              </a:spcAft>
              <a:buNone/>
              <a:defRPr sz="1600">
                <a:solidFill>
                  <a:srgbClr val="626254"/>
                </a:solidFill>
                <a:latin typeface="Arial" panose="020B0604020202020204" pitchFamily="34" charset="0"/>
                <a:cs typeface="Arial" panose="020B0604020202020204" pitchFamily="34" charset="0"/>
              </a:defRPr>
            </a:lvl1pPr>
            <a:lvl2pPr>
              <a:defRPr>
                <a:solidFill>
                  <a:srgbClr val="626254"/>
                </a:solidFill>
              </a:defRPr>
            </a:lvl2pPr>
            <a:lvl3pPr>
              <a:defRPr>
                <a:solidFill>
                  <a:srgbClr val="626254"/>
                </a:solidFill>
              </a:defRPr>
            </a:lvl3pPr>
            <a:lvl4pPr>
              <a:defRPr>
                <a:solidFill>
                  <a:srgbClr val="626254"/>
                </a:solidFill>
              </a:defRPr>
            </a:lvl4pPr>
            <a:lvl5pPr>
              <a:defRPr>
                <a:solidFill>
                  <a:srgbClr val="626254"/>
                </a:solidFill>
              </a:defRPr>
            </a:lvl5pPr>
          </a:lstStyle>
          <a:p>
            <a:pPr lvl="0"/>
            <a:r>
              <a:rPr lang="de-DE"/>
              <a:t>Textmasterformat bearbeiten</a:t>
            </a:r>
          </a:p>
        </p:txBody>
      </p:sp>
      <p:sp>
        <p:nvSpPr>
          <p:cNvPr id="35" name="Content Placeholder 2">
            <a:extLst>
              <a:ext uri="{FF2B5EF4-FFF2-40B4-BE49-F238E27FC236}">
                <a16:creationId xmlns:a16="http://schemas.microsoft.com/office/drawing/2014/main" id="{A79013AE-72B1-4F9C-BE19-CF7D12DD24D9}"/>
              </a:ext>
            </a:extLst>
          </p:cNvPr>
          <p:cNvSpPr>
            <a:spLocks noGrp="1"/>
          </p:cNvSpPr>
          <p:nvPr>
            <p:ph idx="14" hasCustomPrompt="1"/>
          </p:nvPr>
        </p:nvSpPr>
        <p:spPr>
          <a:xfrm>
            <a:off x="8483961" y="1616850"/>
            <a:ext cx="2135448" cy="767898"/>
          </a:xfrm>
          <a:prstGeom prst="rect">
            <a:avLst/>
          </a:prstGeom>
        </p:spPr>
        <p:txBody>
          <a:bodyPr lIns="0" tIns="0" rIns="0" bIns="0" anchor="ctr" anchorCtr="1"/>
          <a:lstStyle>
            <a:lvl1pPr marL="0" indent="0">
              <a:lnSpc>
                <a:spcPct val="120000"/>
              </a:lnSpc>
              <a:spcBef>
                <a:spcPts val="0"/>
              </a:spcBef>
              <a:spcAft>
                <a:spcPts val="0"/>
              </a:spcAft>
              <a:buNone/>
              <a:defRPr sz="1600">
                <a:solidFill>
                  <a:srgbClr val="626254"/>
                </a:solidFill>
                <a:latin typeface="Arial" panose="020B0604020202020204" pitchFamily="34" charset="0"/>
                <a:cs typeface="Arial" panose="020B0604020202020204" pitchFamily="34" charset="0"/>
              </a:defRPr>
            </a:lvl1pPr>
            <a:lvl2pPr>
              <a:defRPr>
                <a:solidFill>
                  <a:srgbClr val="626254"/>
                </a:solidFill>
              </a:defRPr>
            </a:lvl2pPr>
            <a:lvl3pPr>
              <a:defRPr>
                <a:solidFill>
                  <a:srgbClr val="626254"/>
                </a:solidFill>
              </a:defRPr>
            </a:lvl3pPr>
            <a:lvl4pPr>
              <a:defRPr>
                <a:solidFill>
                  <a:srgbClr val="626254"/>
                </a:solidFill>
              </a:defRPr>
            </a:lvl4pPr>
            <a:lvl5pPr>
              <a:defRPr>
                <a:solidFill>
                  <a:srgbClr val="626254"/>
                </a:solidFill>
              </a:defRPr>
            </a:lvl5pPr>
          </a:lstStyle>
          <a:p>
            <a:pPr lvl="0"/>
            <a:r>
              <a:rPr lang="de-DE"/>
              <a:t>Textmasterformat bearbeiten</a:t>
            </a:r>
          </a:p>
        </p:txBody>
      </p:sp>
      <p:sp>
        <p:nvSpPr>
          <p:cNvPr id="36" name="Content Placeholder 2">
            <a:extLst>
              <a:ext uri="{FF2B5EF4-FFF2-40B4-BE49-F238E27FC236}">
                <a16:creationId xmlns:a16="http://schemas.microsoft.com/office/drawing/2014/main" id="{18A71162-54F7-40DB-AC59-693F8116BD10}"/>
              </a:ext>
            </a:extLst>
          </p:cNvPr>
          <p:cNvSpPr>
            <a:spLocks noGrp="1"/>
          </p:cNvSpPr>
          <p:nvPr>
            <p:ph idx="15" hasCustomPrompt="1"/>
          </p:nvPr>
        </p:nvSpPr>
        <p:spPr>
          <a:xfrm>
            <a:off x="8495242" y="4987289"/>
            <a:ext cx="2135448" cy="767898"/>
          </a:xfrm>
          <a:prstGeom prst="rect">
            <a:avLst/>
          </a:prstGeom>
        </p:spPr>
        <p:txBody>
          <a:bodyPr lIns="0" tIns="0" rIns="0" bIns="0" anchor="ctr" anchorCtr="1"/>
          <a:lstStyle>
            <a:lvl1pPr marL="0" indent="0">
              <a:lnSpc>
                <a:spcPct val="120000"/>
              </a:lnSpc>
              <a:spcBef>
                <a:spcPts val="0"/>
              </a:spcBef>
              <a:spcAft>
                <a:spcPts val="0"/>
              </a:spcAft>
              <a:buNone/>
              <a:defRPr sz="1600">
                <a:solidFill>
                  <a:srgbClr val="626254"/>
                </a:solidFill>
                <a:latin typeface="Arial" panose="020B0604020202020204" pitchFamily="34" charset="0"/>
                <a:cs typeface="Arial" panose="020B0604020202020204" pitchFamily="34" charset="0"/>
              </a:defRPr>
            </a:lvl1pPr>
            <a:lvl2pPr>
              <a:defRPr>
                <a:solidFill>
                  <a:srgbClr val="626254"/>
                </a:solidFill>
              </a:defRPr>
            </a:lvl2pPr>
            <a:lvl3pPr>
              <a:defRPr>
                <a:solidFill>
                  <a:srgbClr val="626254"/>
                </a:solidFill>
              </a:defRPr>
            </a:lvl3pPr>
            <a:lvl4pPr>
              <a:defRPr>
                <a:solidFill>
                  <a:srgbClr val="626254"/>
                </a:solidFill>
              </a:defRPr>
            </a:lvl4pPr>
            <a:lvl5pPr>
              <a:defRPr>
                <a:solidFill>
                  <a:srgbClr val="626254"/>
                </a:solidFill>
              </a:defRPr>
            </a:lvl5pPr>
          </a:lstStyle>
          <a:p>
            <a:pPr lvl="0"/>
            <a:r>
              <a:rPr lang="de-DE"/>
              <a:t>Textmasterformat bearbeiten</a:t>
            </a:r>
          </a:p>
        </p:txBody>
      </p:sp>
    </p:spTree>
    <p:extLst>
      <p:ext uri="{BB962C8B-B14F-4D97-AF65-F5344CB8AC3E}">
        <p14:creationId xmlns:p14="http://schemas.microsoft.com/office/powerpoint/2010/main" val="3432904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Bild 8"/>
          <p:cNvPicPr>
            <a:picLocks noChangeAspect="1"/>
          </p:cNvPicPr>
          <p:nvPr userDrawn="1"/>
        </p:nvPicPr>
        <p:blipFill>
          <a:blip r:embed="rId30">
            <a:extLst>
              <a:ext uri="{28A0092B-C50C-407E-A947-70E740481C1C}">
                <a14:useLocalDpi xmlns:a14="http://schemas.microsoft.com/office/drawing/2010/main" val="0"/>
              </a:ext>
            </a:extLst>
          </a:blip>
          <a:stretch>
            <a:fillRect/>
          </a:stretch>
        </p:blipFill>
        <p:spPr>
          <a:xfrm>
            <a:off x="10439865" y="183740"/>
            <a:ext cx="1578347" cy="718937"/>
          </a:xfrm>
          <a:prstGeom prst="rect">
            <a:avLst/>
          </a:prstGeom>
        </p:spPr>
      </p:pic>
      <p:sp>
        <p:nvSpPr>
          <p:cNvPr id="6" name="Textplatzhalter 13">
            <a:extLst>
              <a:ext uri="{FF2B5EF4-FFF2-40B4-BE49-F238E27FC236}">
                <a16:creationId xmlns:a16="http://schemas.microsoft.com/office/drawing/2014/main" id="{1AB6DF10-01D2-4B28-84C3-177ACE86A4CA}"/>
              </a:ext>
            </a:extLst>
          </p:cNvPr>
          <p:cNvSpPr txBox="1">
            <a:spLocks/>
          </p:cNvSpPr>
          <p:nvPr userDrawn="1"/>
        </p:nvSpPr>
        <p:spPr>
          <a:xfrm>
            <a:off x="2987131" y="6498308"/>
            <a:ext cx="2959207" cy="156936"/>
          </a:xfrm>
          <a:prstGeom prst="rect">
            <a:avLst/>
          </a:prstGeom>
        </p:spPr>
        <p:txBody>
          <a:bodyPr lIns="0" tIns="0" rIns="0" bIns="0"/>
          <a:lstStyle>
            <a:lvl1pPr marL="0" indent="0" algn="l" defTabSz="914400" rtl="0" eaLnBrk="1" latinLnBrk="0" hangingPunct="1">
              <a:lnSpc>
                <a:spcPct val="90000"/>
              </a:lnSpc>
              <a:spcBef>
                <a:spcPts val="1000"/>
              </a:spcBef>
              <a:buFont typeface="Arial" panose="020B0604020202020204" pitchFamily="34" charset="0"/>
              <a:buNone/>
              <a:defRPr sz="1000" kern="1200">
                <a:solidFill>
                  <a:srgbClr val="626254"/>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endParaRPr lang="de-DE" sz="1000">
              <a:latin typeface="Arial" panose="020B0604020202020204" pitchFamily="34" charset="0"/>
              <a:cs typeface="Arial" panose="020B0604020202020204" pitchFamily="34" charset="0"/>
            </a:endParaRPr>
          </a:p>
        </p:txBody>
      </p:sp>
      <p:sp>
        <p:nvSpPr>
          <p:cNvPr id="7" name="Textplatzhalter 13">
            <a:extLst>
              <a:ext uri="{FF2B5EF4-FFF2-40B4-BE49-F238E27FC236}">
                <a16:creationId xmlns:a16="http://schemas.microsoft.com/office/drawing/2014/main" id="{9DCE7402-FC95-4864-89FD-8F4315A3DC53}"/>
              </a:ext>
            </a:extLst>
          </p:cNvPr>
          <p:cNvSpPr txBox="1">
            <a:spLocks/>
          </p:cNvSpPr>
          <p:nvPr userDrawn="1"/>
        </p:nvSpPr>
        <p:spPr>
          <a:xfrm>
            <a:off x="6417733" y="6498308"/>
            <a:ext cx="3325556" cy="226738"/>
          </a:xfrm>
          <a:prstGeom prst="rect">
            <a:avLst/>
          </a:prstGeom>
        </p:spPr>
        <p:txBody>
          <a:bodyPr lIns="0" tIns="0" rIns="0" bIns="0"/>
          <a:lstStyle>
            <a:lvl1pPr marL="0" indent="0" algn="l" defTabSz="914400" rtl="0" eaLnBrk="1" latinLnBrk="0" hangingPunct="1">
              <a:lnSpc>
                <a:spcPct val="90000"/>
              </a:lnSpc>
              <a:spcBef>
                <a:spcPts val="1000"/>
              </a:spcBef>
              <a:buFont typeface="Arial" panose="020B0604020202020204" pitchFamily="34" charset="0"/>
              <a:buNone/>
              <a:defRPr sz="1000" kern="1200">
                <a:solidFill>
                  <a:srgbClr val="626254"/>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de-DE" sz="1000">
                <a:latin typeface="Arial" panose="020B0604020202020204" pitchFamily="34" charset="0"/>
                <a:cs typeface="Arial" panose="020B0604020202020204" pitchFamily="34" charset="0"/>
              </a:rPr>
              <a:t>School of Engineering / Engineering and Management</a:t>
            </a:r>
          </a:p>
        </p:txBody>
      </p:sp>
      <p:sp>
        <p:nvSpPr>
          <p:cNvPr id="8" name="Textplatzhalter 13">
            <a:extLst>
              <a:ext uri="{FF2B5EF4-FFF2-40B4-BE49-F238E27FC236}">
                <a16:creationId xmlns:a16="http://schemas.microsoft.com/office/drawing/2014/main" id="{BE77E91E-ECE0-42E9-A39A-B5E4716D7150}"/>
              </a:ext>
            </a:extLst>
          </p:cNvPr>
          <p:cNvSpPr txBox="1">
            <a:spLocks/>
          </p:cNvSpPr>
          <p:nvPr userDrawn="1"/>
        </p:nvSpPr>
        <p:spPr>
          <a:xfrm>
            <a:off x="784115" y="6478805"/>
            <a:ext cx="2203015" cy="156936"/>
          </a:xfrm>
          <a:prstGeom prst="rect">
            <a:avLst/>
          </a:prstGeom>
        </p:spPr>
        <p:txBody>
          <a:bodyPr lIns="0" tIns="0" rIns="0" bIns="0" anchor="b"/>
          <a:lstStyle>
            <a:lvl1pPr marL="0" indent="0" algn="l" defTabSz="914400" rtl="0" eaLnBrk="1" latinLnBrk="0" hangingPunct="1">
              <a:lnSpc>
                <a:spcPct val="90000"/>
              </a:lnSpc>
              <a:spcBef>
                <a:spcPts val="1000"/>
              </a:spcBef>
              <a:buFont typeface="Arial" panose="020B0604020202020204" pitchFamily="34" charset="0"/>
              <a:buNone/>
              <a:defRPr sz="1000" kern="1200">
                <a:solidFill>
                  <a:srgbClr val="626254"/>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rgbClr val="62625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B575FACC-40E9-DA4B-952F-1C2D0A68B874}" type="slidenum">
              <a:rPr lang="de-DE" sz="1000" smtClean="0">
                <a:latin typeface="Arial" panose="020B0604020202020204" pitchFamily="34" charset="0"/>
                <a:cs typeface="Arial" panose="020B0604020202020204" pitchFamily="34" charset="0"/>
              </a:rPr>
              <a:pPr/>
              <a:t>‹#›</a:t>
            </a:fld>
            <a:endParaRPr lang="de-DE" sz="1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4134081"/>
      </p:ext>
    </p:extLst>
  </p:cSld>
  <p:clrMap bg1="lt1" tx1="dk1" bg2="lt2" tx2="dk2" accent1="accent1" accent2="accent2" accent3="accent3" accent4="accent4" accent5="accent5" accent6="accent6" hlink="hlink" folHlink="folHlink"/>
  <p:sldLayoutIdLst>
    <p:sldLayoutId id="2147483693" r:id="rId1"/>
    <p:sldLayoutId id="2147483702" r:id="rId2"/>
    <p:sldLayoutId id="2147483742" r:id="rId3"/>
    <p:sldLayoutId id="2147483703" r:id="rId4"/>
    <p:sldLayoutId id="2147483704" r:id="rId5"/>
    <p:sldLayoutId id="2147483746" r:id="rId6"/>
    <p:sldLayoutId id="2147483708" r:id="rId7"/>
    <p:sldLayoutId id="2147483719" r:id="rId8"/>
    <p:sldLayoutId id="2147483709" r:id="rId9"/>
    <p:sldLayoutId id="2147483701" r:id="rId10"/>
    <p:sldLayoutId id="2147483745" r:id="rId11"/>
    <p:sldLayoutId id="2147483747" r:id="rId12"/>
    <p:sldLayoutId id="2147483752" r:id="rId13"/>
    <p:sldLayoutId id="2147483748" r:id="rId14"/>
    <p:sldLayoutId id="2147483749" r:id="rId15"/>
    <p:sldLayoutId id="2147483750" r:id="rId16"/>
    <p:sldLayoutId id="2147483754" r:id="rId17"/>
    <p:sldLayoutId id="2147483751" r:id="rId18"/>
    <p:sldLayoutId id="2147483698" r:id="rId19"/>
    <p:sldLayoutId id="2147483753" r:id="rId20"/>
    <p:sldLayoutId id="2147483706" r:id="rId21"/>
    <p:sldLayoutId id="2147483716" r:id="rId22"/>
    <p:sldLayoutId id="2147483717" r:id="rId23"/>
    <p:sldLayoutId id="2147483714" r:id="rId24"/>
    <p:sldLayoutId id="2147483713" r:id="rId25"/>
    <p:sldLayoutId id="2147483707" r:id="rId26"/>
    <p:sldLayoutId id="2147483700" r:id="rId27"/>
    <p:sldLayoutId id="2147483697" r:id="rId2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3" userDrawn="1">
          <p15:clr>
            <a:srgbClr val="F26B43"/>
          </p15:clr>
        </p15:guide>
        <p15:guide id="3" pos="7391" userDrawn="1">
          <p15:clr>
            <a:srgbClr val="F26B43"/>
          </p15:clr>
        </p15:guide>
        <p15:guide id="4" orient="horz" pos="228" userDrawn="1">
          <p15:clr>
            <a:srgbClr val="F26B43"/>
          </p15:clr>
        </p15:guide>
        <p15:guide id="5" orient="horz" pos="4083" userDrawn="1">
          <p15:clr>
            <a:srgbClr val="F26B43"/>
          </p15:clr>
        </p15:guide>
        <p15:guide id="7" pos="3756" userDrawn="1">
          <p15:clr>
            <a:srgbClr val="F26B43"/>
          </p15:clr>
        </p15:guide>
        <p15:guide id="8" pos="392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anuka219.github.io/Capstone/"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a:xfrm>
            <a:off x="1367157" y="5664806"/>
            <a:ext cx="5509300" cy="576566"/>
          </a:xfrm>
        </p:spPr>
        <p:txBody>
          <a:bodyPr wrap="square"/>
          <a:lstStyle/>
          <a:p>
            <a:r>
              <a:rPr sz="1200"/>
              <a:t>Hochschule Pforzheim  ·  Group members: [add names]</a:t>
            </a:r>
          </a:p>
        </p:txBody>
      </p:sp>
      <p:sp>
        <p:nvSpPr>
          <p:cNvPr id="3" name="Text Placeholder 2"/>
          <p:cNvSpPr>
            <a:spLocks noGrp="1"/>
          </p:cNvSpPr>
          <p:nvPr>
            <p:ph type="body" sz="quarter" idx="15"/>
          </p:nvPr>
        </p:nvSpPr>
        <p:spPr>
          <a:xfrm>
            <a:off x="1367159" y="5174024"/>
            <a:ext cx="5509298" cy="344904"/>
          </a:xfrm>
        </p:spPr>
        <p:txBody>
          <a:bodyPr wrap="square"/>
          <a:lstStyle/>
          <a:p>
            <a:r>
              <a:rPr sz="1400" dirty="0"/>
              <a:t>5-minute presentation  ·  24 June 2026</a:t>
            </a:r>
          </a:p>
        </p:txBody>
      </p:sp>
      <p:sp>
        <p:nvSpPr>
          <p:cNvPr id="4" name="Text Placeholder 3"/>
          <p:cNvSpPr>
            <a:spLocks noGrp="1"/>
          </p:cNvSpPr>
          <p:nvPr>
            <p:ph type="body" sz="quarter" idx="16"/>
          </p:nvPr>
        </p:nvSpPr>
        <p:spPr/>
        <p:txBody>
          <a:bodyPr wrap="square"/>
          <a:lstStyle/>
          <a:p>
            <a:r>
              <a:t>AI Chatbot  ·  Capstone Demo</a:t>
            </a:r>
          </a:p>
        </p:txBody>
      </p:sp>
      <p:sp>
        <p:nvSpPr>
          <p:cNvPr id="5" name="Text Placeholder 4"/>
          <p:cNvSpPr>
            <a:spLocks noGrp="1"/>
          </p:cNvSpPr>
          <p:nvPr>
            <p:ph type="body" sz="quarter" idx="17"/>
          </p:nvPr>
        </p:nvSpPr>
        <p:spPr/>
        <p:txBody>
          <a:bodyPr wrap="square"/>
          <a:lstStyle/>
          <a:p>
            <a:r>
              <a:t>MEM &amp; MIM Guide Bot</a:t>
            </a:r>
          </a:p>
        </p:txBody>
      </p:sp>
      <p:sp>
        <p:nvSpPr>
          <p:cNvPr id="6" name="Rounded Rectangle 5">
            <a:extLst>
              <a:ext uri="{FF2B5EF4-FFF2-40B4-BE49-F238E27FC236}">
                <a16:creationId xmlns:a16="http://schemas.microsoft.com/office/drawing/2014/main" id="{C2863B98-C408-BF43-B767-41E29E2E2724}"/>
              </a:ext>
            </a:extLst>
          </p:cNvPr>
          <p:cNvSpPr/>
          <p:nvPr/>
        </p:nvSpPr>
        <p:spPr>
          <a:xfrm>
            <a:off x="6492240" y="1554480"/>
            <a:ext cx="4343400" cy="4160520"/>
          </a:xfrm>
          <a:prstGeom prst="roundRect">
            <a:avLst>
              <a:gd name="adj" fmla="val 9000"/>
            </a:avLst>
          </a:prstGeom>
          <a:solidFill>
            <a:srgbClr val="FFFFFF"/>
          </a:solidFill>
          <a:ln w="1587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a:extLst>
              <a:ext uri="{FF2B5EF4-FFF2-40B4-BE49-F238E27FC236}">
                <a16:creationId xmlns:a16="http://schemas.microsoft.com/office/drawing/2014/main" id="{6CAF8162-4D5A-6C44-99B0-36767512E4E1}"/>
              </a:ext>
            </a:extLst>
          </p:cNvPr>
          <p:cNvSpPr/>
          <p:nvPr/>
        </p:nvSpPr>
        <p:spPr>
          <a:xfrm>
            <a:off x="6492240" y="1554480"/>
            <a:ext cx="4343400" cy="603504"/>
          </a:xfrm>
          <a:prstGeom prst="roundRect">
            <a:avLst>
              <a:gd name="adj" fmla="val 9000"/>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lnSpc>
                <a:spcPct val="100000"/>
              </a:lnSpc>
              <a:spcAft>
                <a:spcPts val="300"/>
              </a:spcAft>
            </a:pPr>
            <a:r>
              <a:rPr sz="1400" b="1">
                <a:solidFill>
                  <a:srgbClr val="FFFFFF"/>
                </a:solidFill>
                <a:latin typeface="Calibri"/>
              </a:rPr>
              <a:t>💬  MEM / MIM Guide Bot</a:t>
            </a:r>
          </a:p>
        </p:txBody>
      </p:sp>
      <p:sp>
        <p:nvSpPr>
          <p:cNvPr id="8" name="Rounded Rectangle 7">
            <a:extLst>
              <a:ext uri="{FF2B5EF4-FFF2-40B4-BE49-F238E27FC236}">
                <a16:creationId xmlns:a16="http://schemas.microsoft.com/office/drawing/2014/main" id="{1C94F094-E893-8444-B1CB-B8A1F3C8DB92}"/>
              </a:ext>
            </a:extLst>
          </p:cNvPr>
          <p:cNvSpPr/>
          <p:nvPr/>
        </p:nvSpPr>
        <p:spPr>
          <a:xfrm>
            <a:off x="8165591" y="2331720"/>
            <a:ext cx="2468880" cy="676656"/>
          </a:xfrm>
          <a:prstGeom prst="roundRect">
            <a:avLst>
              <a:gd name="adj" fmla="val 9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lnSpc>
                <a:spcPct val="100000"/>
              </a:lnSpc>
              <a:spcAft>
                <a:spcPts val="300"/>
              </a:spcAft>
            </a:pPr>
            <a:r>
              <a:rPr sz="1200" b="0" dirty="0">
                <a:solidFill>
                  <a:srgbClr val="2A2E35"/>
                </a:solidFill>
                <a:latin typeface="Calibri"/>
              </a:rPr>
              <a:t>How do I apply for MIM?</a:t>
            </a:r>
          </a:p>
        </p:txBody>
      </p:sp>
      <p:sp>
        <p:nvSpPr>
          <p:cNvPr id="9" name="Rounded Rectangle 8">
            <a:extLst>
              <a:ext uri="{FF2B5EF4-FFF2-40B4-BE49-F238E27FC236}">
                <a16:creationId xmlns:a16="http://schemas.microsoft.com/office/drawing/2014/main" id="{097B8917-2248-734A-BB08-845F960A782F}"/>
              </a:ext>
            </a:extLst>
          </p:cNvPr>
          <p:cNvSpPr/>
          <p:nvPr/>
        </p:nvSpPr>
        <p:spPr>
          <a:xfrm>
            <a:off x="6693407" y="3127248"/>
            <a:ext cx="3246120" cy="676656"/>
          </a:xfrm>
          <a:prstGeom prst="roundRect">
            <a:avLst>
              <a:gd name="adj" fmla="val 9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lnSpc>
                <a:spcPct val="100000"/>
              </a:lnSpc>
              <a:spcAft>
                <a:spcPts val="300"/>
              </a:spcAft>
            </a:pPr>
            <a:r>
              <a:rPr sz="1200" b="0" dirty="0">
                <a:solidFill>
                  <a:srgbClr val="2A2E35"/>
                </a:solidFill>
                <a:latin typeface="Calibri"/>
              </a:rPr>
              <a:t>Apply on the HS Pforzheim portal  deadlines 15 Jan &amp; 15 June.</a:t>
            </a:r>
          </a:p>
        </p:txBody>
      </p:sp>
      <p:sp>
        <p:nvSpPr>
          <p:cNvPr id="10" name="Rounded Rectangle 9">
            <a:extLst>
              <a:ext uri="{FF2B5EF4-FFF2-40B4-BE49-F238E27FC236}">
                <a16:creationId xmlns:a16="http://schemas.microsoft.com/office/drawing/2014/main" id="{7D0A2989-E885-1247-908C-763B6684405B}"/>
              </a:ext>
            </a:extLst>
          </p:cNvPr>
          <p:cNvSpPr/>
          <p:nvPr/>
        </p:nvSpPr>
        <p:spPr>
          <a:xfrm>
            <a:off x="7525511" y="4023360"/>
            <a:ext cx="3108960" cy="676656"/>
          </a:xfrm>
          <a:prstGeom prst="roundRect">
            <a:avLst>
              <a:gd name="adj" fmla="val 9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lnSpc>
                <a:spcPct val="100000"/>
              </a:lnSpc>
              <a:spcAft>
                <a:spcPts val="300"/>
              </a:spcAft>
            </a:pPr>
            <a:r>
              <a:rPr sz="1200" b="0">
                <a:solidFill>
                  <a:srgbClr val="2A2E35"/>
                </a:solidFill>
                <a:latin typeface="Calibri"/>
              </a:rPr>
              <a:t>Do I need German for the English track?</a:t>
            </a:r>
          </a:p>
        </p:txBody>
      </p:sp>
      <p:sp>
        <p:nvSpPr>
          <p:cNvPr id="11" name="Rounded Rectangle 10">
            <a:extLst>
              <a:ext uri="{FF2B5EF4-FFF2-40B4-BE49-F238E27FC236}">
                <a16:creationId xmlns:a16="http://schemas.microsoft.com/office/drawing/2014/main" id="{E1543E26-CF93-EF46-BE22-8D255FA3469A}"/>
              </a:ext>
            </a:extLst>
          </p:cNvPr>
          <p:cNvSpPr/>
          <p:nvPr/>
        </p:nvSpPr>
        <p:spPr>
          <a:xfrm>
            <a:off x="6693407" y="4846320"/>
            <a:ext cx="2834640" cy="676656"/>
          </a:xfrm>
          <a:prstGeom prst="roundRect">
            <a:avLst>
              <a:gd name="adj" fmla="val 9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lnSpc>
                <a:spcPct val="100000"/>
              </a:lnSpc>
              <a:spcAft>
                <a:spcPts val="300"/>
              </a:spcAft>
            </a:pPr>
            <a:r>
              <a:rPr sz="1200" b="0" dirty="0">
                <a:solidFill>
                  <a:srgbClr val="2A2E35"/>
                </a:solidFill>
                <a:latin typeface="Calibri"/>
              </a:rPr>
              <a:t>No only English (TOEFL / IELTS) required.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  What We Built</a:t>
            </a:r>
          </a:p>
        </p:txBody>
      </p:sp>
      <p:sp>
        <p:nvSpPr>
          <p:cNvPr id="3" name="Rounded Rectangle 2"/>
          <p:cNvSpPr/>
          <p:nvPr/>
        </p:nvSpPr>
        <p:spPr>
          <a:xfrm>
            <a:off x="1335024" y="1691640"/>
            <a:ext cx="4626864" cy="1828800"/>
          </a:xfrm>
          <a:prstGeom prst="roundRect">
            <a:avLst>
              <a:gd name="adj" fmla="val 9000"/>
            </a:avLst>
          </a:prstGeom>
          <a:solidFill>
            <a:srgbClr val="FFFFFF"/>
          </a:solidFill>
          <a:ln w="1587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591056" y="1965960"/>
            <a:ext cx="822960" cy="822960"/>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00000"/>
              </a:lnSpc>
              <a:spcAft>
                <a:spcPts val="300"/>
              </a:spcAft>
            </a:pPr>
            <a:r>
              <a:rPr sz="2800" b="0">
                <a:solidFill>
                  <a:srgbClr val="2A2E35"/>
                </a:solidFill>
                <a:latin typeface="Calibri"/>
              </a:rPr>
              <a:t>💬</a:t>
            </a:r>
          </a:p>
        </p:txBody>
      </p:sp>
      <p:sp>
        <p:nvSpPr>
          <p:cNvPr id="5" name="TextBox 4"/>
          <p:cNvSpPr txBox="1"/>
          <p:nvPr/>
        </p:nvSpPr>
        <p:spPr>
          <a:xfrm>
            <a:off x="2569464" y="1984248"/>
            <a:ext cx="3246120" cy="829651"/>
          </a:xfrm>
          <a:prstGeom prst="rect">
            <a:avLst/>
          </a:prstGeom>
          <a:noFill/>
        </p:spPr>
        <p:txBody>
          <a:bodyPr wrap="square" anchor="t">
            <a:spAutoFit/>
          </a:bodyPr>
          <a:lstStyle/>
          <a:p>
            <a:pPr algn="l">
              <a:lnSpc>
                <a:spcPct val="100000"/>
              </a:lnSpc>
              <a:spcAft>
                <a:spcPts val="500"/>
              </a:spcAft>
            </a:pPr>
            <a:r>
              <a:rPr sz="1700" b="1" dirty="0">
                <a:solidFill>
                  <a:srgbClr val="44546A"/>
                </a:solidFill>
                <a:latin typeface="Calibri"/>
              </a:rPr>
              <a:t>Answers MEM &amp; MIM questions</a:t>
            </a:r>
          </a:p>
          <a:p>
            <a:pPr algn="l">
              <a:lnSpc>
                <a:spcPct val="105000"/>
              </a:lnSpc>
              <a:spcAft>
                <a:spcPts val="300"/>
              </a:spcAft>
            </a:pPr>
            <a:r>
              <a:rPr sz="1300" b="0" dirty="0">
                <a:solidFill>
                  <a:srgbClr val="5A6473"/>
                </a:solidFill>
                <a:latin typeface="Calibri"/>
              </a:rPr>
              <a:t>Courses, careers, applying, fees and language in plain language.</a:t>
            </a:r>
          </a:p>
        </p:txBody>
      </p:sp>
      <p:sp>
        <p:nvSpPr>
          <p:cNvPr id="6" name="Rounded Rectangle 5"/>
          <p:cNvSpPr/>
          <p:nvPr/>
        </p:nvSpPr>
        <p:spPr>
          <a:xfrm>
            <a:off x="6236208" y="1691640"/>
            <a:ext cx="4626864" cy="1828800"/>
          </a:xfrm>
          <a:prstGeom prst="roundRect">
            <a:avLst>
              <a:gd name="adj" fmla="val 9000"/>
            </a:avLst>
          </a:prstGeom>
          <a:solidFill>
            <a:srgbClr val="FFFFFF"/>
          </a:solidFill>
          <a:ln w="1587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492240" y="1965960"/>
            <a:ext cx="822960" cy="822960"/>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00000"/>
              </a:lnSpc>
              <a:spcAft>
                <a:spcPts val="300"/>
              </a:spcAft>
            </a:pPr>
            <a:r>
              <a:rPr sz="2800" b="0">
                <a:solidFill>
                  <a:srgbClr val="2A2E35"/>
                </a:solidFill>
                <a:latin typeface="Calibri"/>
              </a:rPr>
              <a:t>🎓</a:t>
            </a:r>
          </a:p>
        </p:txBody>
      </p:sp>
      <p:sp>
        <p:nvSpPr>
          <p:cNvPr id="8" name="TextBox 7"/>
          <p:cNvSpPr txBox="1"/>
          <p:nvPr/>
        </p:nvSpPr>
        <p:spPr>
          <a:xfrm>
            <a:off x="7470648" y="1984248"/>
            <a:ext cx="3246120" cy="1371600"/>
          </a:xfrm>
          <a:prstGeom prst="rect">
            <a:avLst/>
          </a:prstGeom>
          <a:noFill/>
        </p:spPr>
        <p:txBody>
          <a:bodyPr wrap="square" anchor="t">
            <a:spAutoFit/>
          </a:bodyPr>
          <a:lstStyle/>
          <a:p>
            <a:pPr algn="l">
              <a:lnSpc>
                <a:spcPct val="100000"/>
              </a:lnSpc>
              <a:spcAft>
                <a:spcPts val="500"/>
              </a:spcAft>
            </a:pPr>
            <a:r>
              <a:rPr sz="1700" b="1">
                <a:solidFill>
                  <a:srgbClr val="44546A"/>
                </a:solidFill>
                <a:latin typeface="Calibri"/>
              </a:rPr>
              <a:t>Two modes</a:t>
            </a:r>
          </a:p>
          <a:p>
            <a:pPr algn="l">
              <a:lnSpc>
                <a:spcPct val="105000"/>
              </a:lnSpc>
              <a:spcAft>
                <a:spcPts val="300"/>
              </a:spcAft>
            </a:pPr>
            <a:r>
              <a:rPr sz="1300" b="0">
                <a:solidFill>
                  <a:srgbClr val="5A6473"/>
                </a:solidFill>
                <a:latin typeface="Calibri"/>
              </a:rPr>
              <a:t>Prospective students (decide &amp; apply) and enrolled students (study life).</a:t>
            </a:r>
          </a:p>
        </p:txBody>
      </p:sp>
      <p:sp>
        <p:nvSpPr>
          <p:cNvPr id="9" name="Rounded Rectangle 8"/>
          <p:cNvSpPr/>
          <p:nvPr/>
        </p:nvSpPr>
        <p:spPr>
          <a:xfrm>
            <a:off x="1335024" y="3703320"/>
            <a:ext cx="4626864" cy="1828800"/>
          </a:xfrm>
          <a:prstGeom prst="roundRect">
            <a:avLst>
              <a:gd name="adj" fmla="val 9000"/>
            </a:avLst>
          </a:prstGeom>
          <a:solidFill>
            <a:srgbClr val="FFFFFF"/>
          </a:solidFill>
          <a:ln w="1587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591056" y="3977639"/>
            <a:ext cx="822960" cy="822960"/>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00000"/>
              </a:lnSpc>
              <a:spcAft>
                <a:spcPts val="300"/>
              </a:spcAft>
            </a:pPr>
            <a:r>
              <a:rPr sz="2800" b="0">
                <a:solidFill>
                  <a:srgbClr val="2A2E35"/>
                </a:solidFill>
                <a:latin typeface="Calibri"/>
              </a:rPr>
              <a:t>🗓️</a:t>
            </a:r>
          </a:p>
        </p:txBody>
      </p:sp>
      <p:sp>
        <p:nvSpPr>
          <p:cNvPr id="11" name="TextBox 10"/>
          <p:cNvSpPr txBox="1"/>
          <p:nvPr/>
        </p:nvSpPr>
        <p:spPr>
          <a:xfrm>
            <a:off x="2569464" y="3995928"/>
            <a:ext cx="3246120" cy="1371600"/>
          </a:xfrm>
          <a:prstGeom prst="rect">
            <a:avLst/>
          </a:prstGeom>
          <a:noFill/>
        </p:spPr>
        <p:txBody>
          <a:bodyPr wrap="square" anchor="t">
            <a:spAutoFit/>
          </a:bodyPr>
          <a:lstStyle/>
          <a:p>
            <a:pPr algn="l">
              <a:lnSpc>
                <a:spcPct val="100000"/>
              </a:lnSpc>
              <a:spcAft>
                <a:spcPts val="500"/>
              </a:spcAft>
            </a:pPr>
            <a:r>
              <a:rPr sz="1700" b="1">
                <a:solidFill>
                  <a:srgbClr val="44546A"/>
                </a:solidFill>
                <a:latin typeface="Calibri"/>
              </a:rPr>
              <a:t>Direct, grounded facts</a:t>
            </a:r>
          </a:p>
          <a:p>
            <a:pPr algn="l">
              <a:lnSpc>
                <a:spcPct val="105000"/>
              </a:lnSpc>
              <a:spcAft>
                <a:spcPts val="300"/>
              </a:spcAft>
            </a:pPr>
            <a:r>
              <a:rPr sz="1300" b="0">
                <a:solidFill>
                  <a:srgbClr val="5A6473"/>
                </a:solidFill>
                <a:latin typeface="Calibri"/>
              </a:rPr>
              <a:t>Schedules, rooms, professors and deadlines from fixed sources.</a:t>
            </a:r>
          </a:p>
        </p:txBody>
      </p:sp>
      <p:sp>
        <p:nvSpPr>
          <p:cNvPr id="12" name="Rounded Rectangle 11"/>
          <p:cNvSpPr/>
          <p:nvPr/>
        </p:nvSpPr>
        <p:spPr>
          <a:xfrm>
            <a:off x="6236208" y="3703320"/>
            <a:ext cx="4626864" cy="1828800"/>
          </a:xfrm>
          <a:prstGeom prst="roundRect">
            <a:avLst>
              <a:gd name="adj" fmla="val 9000"/>
            </a:avLst>
          </a:prstGeom>
          <a:solidFill>
            <a:srgbClr val="FFFFFF"/>
          </a:solidFill>
          <a:ln w="1587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492240" y="3977639"/>
            <a:ext cx="822960" cy="822960"/>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00000"/>
              </a:lnSpc>
              <a:spcAft>
                <a:spcPts val="300"/>
              </a:spcAft>
            </a:pPr>
            <a:r>
              <a:rPr sz="2800" b="0">
                <a:solidFill>
                  <a:srgbClr val="2A2E35"/>
                </a:solidFill>
                <a:latin typeface="Calibri"/>
              </a:rPr>
              <a:t>🎙️</a:t>
            </a:r>
          </a:p>
        </p:txBody>
      </p:sp>
      <p:sp>
        <p:nvSpPr>
          <p:cNvPr id="14" name="TextBox 13"/>
          <p:cNvSpPr txBox="1"/>
          <p:nvPr/>
        </p:nvSpPr>
        <p:spPr>
          <a:xfrm>
            <a:off x="7470648" y="3995928"/>
            <a:ext cx="3246120" cy="1371600"/>
          </a:xfrm>
          <a:prstGeom prst="rect">
            <a:avLst/>
          </a:prstGeom>
          <a:noFill/>
        </p:spPr>
        <p:txBody>
          <a:bodyPr wrap="square" anchor="t">
            <a:spAutoFit/>
          </a:bodyPr>
          <a:lstStyle/>
          <a:p>
            <a:pPr algn="l">
              <a:lnSpc>
                <a:spcPct val="100000"/>
              </a:lnSpc>
              <a:spcAft>
                <a:spcPts val="500"/>
              </a:spcAft>
            </a:pPr>
            <a:r>
              <a:rPr sz="1700" b="1">
                <a:solidFill>
                  <a:srgbClr val="44546A"/>
                </a:solidFill>
                <a:latin typeface="Calibri"/>
              </a:rPr>
              <a:t>Voice + web interface</a:t>
            </a:r>
          </a:p>
          <a:p>
            <a:pPr algn="l">
              <a:lnSpc>
                <a:spcPct val="105000"/>
              </a:lnSpc>
              <a:spcAft>
                <a:spcPts val="300"/>
              </a:spcAft>
            </a:pPr>
            <a:r>
              <a:rPr sz="1300" b="0">
                <a:solidFill>
                  <a:srgbClr val="5A6473"/>
                </a:solidFill>
                <a:latin typeface="Calibri"/>
              </a:rPr>
              <a:t>Spoken answers in the professor's voice and a simple browser demo.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2.  Implementation</a:t>
            </a:r>
          </a:p>
        </p:txBody>
      </p:sp>
      <p:sp>
        <p:nvSpPr>
          <p:cNvPr id="3" name="Rounded Rectangle 2"/>
          <p:cNvSpPr/>
          <p:nvPr/>
        </p:nvSpPr>
        <p:spPr>
          <a:xfrm>
            <a:off x="1335024" y="2148840"/>
            <a:ext cx="2468880" cy="1463040"/>
          </a:xfrm>
          <a:prstGeom prst="roundRect">
            <a:avLst>
              <a:gd name="adj" fmla="val 9000"/>
            </a:avLst>
          </a:prstGeom>
          <a:solidFill>
            <a:srgbClr val="FFFFFF"/>
          </a:solidFill>
          <a:ln w="15875">
            <a:solidFill>
              <a:srgbClr val="D6D6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00000"/>
              </a:lnSpc>
              <a:spcAft>
                <a:spcPts val="200"/>
              </a:spcAft>
            </a:pPr>
            <a:r>
              <a:rPr sz="1500" b="1">
                <a:solidFill>
                  <a:srgbClr val="44546A"/>
                </a:solidFill>
                <a:latin typeface="Calibri"/>
              </a:rPr>
              <a:t>Browser</a:t>
            </a:r>
          </a:p>
          <a:p>
            <a:pPr algn="ctr">
              <a:lnSpc>
                <a:spcPct val="100000"/>
              </a:lnSpc>
              <a:spcAft>
                <a:spcPts val="300"/>
              </a:spcAft>
            </a:pPr>
            <a:r>
              <a:rPr sz="1100" b="0">
                <a:solidFill>
                  <a:srgbClr val="5A6473"/>
                </a:solidFill>
                <a:latin typeface="Calibri"/>
              </a:rPr>
              <a:t>index.html — chat UI</a:t>
            </a:r>
          </a:p>
        </p:txBody>
      </p:sp>
      <p:sp>
        <p:nvSpPr>
          <p:cNvPr id="4" name="Right Arrow 3"/>
          <p:cNvSpPr/>
          <p:nvPr/>
        </p:nvSpPr>
        <p:spPr>
          <a:xfrm>
            <a:off x="3886200" y="2697480"/>
            <a:ext cx="457200" cy="411480"/>
          </a:xfrm>
          <a:prstGeom prst="rightArrow">
            <a:avLst/>
          </a:prstGeom>
          <a:solidFill>
            <a:srgbClr val="D9A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480560" y="2148840"/>
            <a:ext cx="2606040" cy="1463040"/>
          </a:xfrm>
          <a:prstGeom prst="roundRect">
            <a:avLst>
              <a:gd name="adj" fmla="val 9000"/>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00000"/>
              </a:lnSpc>
              <a:spcAft>
                <a:spcPts val="200"/>
              </a:spcAft>
            </a:pPr>
            <a:r>
              <a:rPr sz="1500" b="1" dirty="0" err="1">
                <a:solidFill>
                  <a:srgbClr val="FFFFFF"/>
                </a:solidFill>
                <a:latin typeface="Calibri"/>
              </a:rPr>
              <a:t>FastAPI</a:t>
            </a:r>
            <a:r>
              <a:rPr sz="1500" b="1" dirty="0">
                <a:solidFill>
                  <a:srgbClr val="FFFFFF"/>
                </a:solidFill>
                <a:latin typeface="Calibri"/>
              </a:rPr>
              <a:t> backend</a:t>
            </a:r>
          </a:p>
          <a:p>
            <a:pPr algn="ctr">
              <a:lnSpc>
                <a:spcPct val="100000"/>
              </a:lnSpc>
              <a:spcAft>
                <a:spcPts val="300"/>
              </a:spcAft>
            </a:pPr>
            <a:r>
              <a:rPr sz="1100" b="0" dirty="0" err="1">
                <a:solidFill>
                  <a:srgbClr val="C9D2DE"/>
                </a:solidFill>
                <a:latin typeface="Calibri"/>
              </a:rPr>
              <a:t>app.py</a:t>
            </a:r>
            <a:r>
              <a:rPr sz="1100" b="0" dirty="0">
                <a:solidFill>
                  <a:srgbClr val="C9D2DE"/>
                </a:solidFill>
                <a:latin typeface="Calibri"/>
              </a:rPr>
              <a:t>  logic</a:t>
            </a:r>
          </a:p>
        </p:txBody>
      </p:sp>
      <p:sp>
        <p:nvSpPr>
          <p:cNvPr id="6" name="Right Arrow 5"/>
          <p:cNvSpPr/>
          <p:nvPr/>
        </p:nvSpPr>
        <p:spPr>
          <a:xfrm>
            <a:off x="7269480" y="2057400"/>
            <a:ext cx="502920" cy="384048"/>
          </a:xfrm>
          <a:prstGeom prst="rightArrow">
            <a:avLst/>
          </a:prstGeom>
          <a:solidFill>
            <a:srgbClr val="D9A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863840" y="1783080"/>
            <a:ext cx="2971800" cy="868680"/>
          </a:xfrm>
          <a:prstGeom prst="roundRect">
            <a:avLst>
              <a:gd name="adj" fmla="val 9000"/>
            </a:avLst>
          </a:prstGeom>
          <a:solidFill>
            <a:srgbClr val="FFFFFF"/>
          </a:solidFill>
          <a:ln w="15875">
            <a:solidFill>
              <a:srgbClr val="D6D6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00000"/>
              </a:lnSpc>
              <a:spcAft>
                <a:spcPts val="200"/>
              </a:spcAft>
            </a:pPr>
            <a:r>
              <a:rPr sz="1500" b="1">
                <a:solidFill>
                  <a:srgbClr val="44546A"/>
                </a:solidFill>
                <a:latin typeface="Calibri"/>
              </a:rPr>
              <a:t>Knowledge base</a:t>
            </a:r>
          </a:p>
          <a:p>
            <a:pPr algn="ctr">
              <a:lnSpc>
                <a:spcPct val="100000"/>
              </a:lnSpc>
              <a:spcAft>
                <a:spcPts val="300"/>
              </a:spcAft>
            </a:pPr>
            <a:r>
              <a:rPr sz="1100" b="0">
                <a:solidFill>
                  <a:srgbClr val="5A6473"/>
                </a:solidFill>
                <a:latin typeface="Calibri"/>
              </a:rPr>
              <a:t>facts · timetable · rooms</a:t>
            </a:r>
          </a:p>
        </p:txBody>
      </p:sp>
      <p:sp>
        <p:nvSpPr>
          <p:cNvPr id="8" name="Right Arrow 7"/>
          <p:cNvSpPr/>
          <p:nvPr/>
        </p:nvSpPr>
        <p:spPr>
          <a:xfrm>
            <a:off x="7269480" y="3136391"/>
            <a:ext cx="502920" cy="384048"/>
          </a:xfrm>
          <a:prstGeom prst="rightArrow">
            <a:avLst/>
          </a:prstGeom>
          <a:solidFill>
            <a:srgbClr val="D9A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863840" y="2862072"/>
            <a:ext cx="2971800" cy="868680"/>
          </a:xfrm>
          <a:prstGeom prst="roundRect">
            <a:avLst>
              <a:gd name="adj" fmla="val 9000"/>
            </a:avLst>
          </a:prstGeom>
          <a:solidFill>
            <a:srgbClr val="FFFFFF"/>
          </a:solidFill>
          <a:ln w="15875">
            <a:solidFill>
              <a:srgbClr val="D6D6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00000"/>
              </a:lnSpc>
              <a:spcAft>
                <a:spcPts val="200"/>
              </a:spcAft>
            </a:pPr>
            <a:r>
              <a:rPr sz="1500" b="1">
                <a:solidFill>
                  <a:srgbClr val="44546A"/>
                </a:solidFill>
                <a:latin typeface="Calibri"/>
              </a:rPr>
              <a:t>Groq LLM</a:t>
            </a:r>
          </a:p>
          <a:p>
            <a:pPr algn="ctr">
              <a:lnSpc>
                <a:spcPct val="100000"/>
              </a:lnSpc>
              <a:spcAft>
                <a:spcPts val="300"/>
              </a:spcAft>
            </a:pPr>
            <a:r>
              <a:rPr sz="1100" b="0">
                <a:solidFill>
                  <a:srgbClr val="5A6473"/>
                </a:solidFill>
                <a:latin typeface="Calibri"/>
              </a:rPr>
              <a:t>flexible explanations</a:t>
            </a:r>
          </a:p>
        </p:txBody>
      </p:sp>
      <p:sp>
        <p:nvSpPr>
          <p:cNvPr id="10" name="Right Arrow 9"/>
          <p:cNvSpPr/>
          <p:nvPr/>
        </p:nvSpPr>
        <p:spPr>
          <a:xfrm>
            <a:off x="7269480" y="4215383"/>
            <a:ext cx="502920" cy="384048"/>
          </a:xfrm>
          <a:prstGeom prst="rightArrow">
            <a:avLst/>
          </a:prstGeom>
          <a:solidFill>
            <a:srgbClr val="D9A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863840" y="3941063"/>
            <a:ext cx="2971800" cy="868680"/>
          </a:xfrm>
          <a:prstGeom prst="roundRect">
            <a:avLst>
              <a:gd name="adj" fmla="val 9000"/>
            </a:avLst>
          </a:prstGeom>
          <a:solidFill>
            <a:srgbClr val="FFFFFF"/>
          </a:solidFill>
          <a:ln w="15875">
            <a:solidFill>
              <a:srgbClr val="D6D6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00000"/>
              </a:lnSpc>
              <a:spcAft>
                <a:spcPts val="200"/>
              </a:spcAft>
            </a:pPr>
            <a:r>
              <a:rPr sz="1500" b="1">
                <a:solidFill>
                  <a:srgbClr val="44546A"/>
                </a:solidFill>
                <a:latin typeface="Calibri"/>
              </a:rPr>
              <a:t>ElevenLabs</a:t>
            </a:r>
          </a:p>
          <a:p>
            <a:pPr algn="ctr">
              <a:lnSpc>
                <a:spcPct val="100000"/>
              </a:lnSpc>
              <a:spcAft>
                <a:spcPts val="300"/>
              </a:spcAft>
            </a:pPr>
            <a:r>
              <a:rPr sz="1100" b="0">
                <a:solidFill>
                  <a:srgbClr val="5A6473"/>
                </a:solidFill>
                <a:latin typeface="Calibri"/>
              </a:rPr>
              <a:t>voice output</a:t>
            </a:r>
          </a:p>
        </p:txBody>
      </p:sp>
      <p:sp>
        <p:nvSpPr>
          <p:cNvPr id="12" name="Rounded Rectangle 11"/>
          <p:cNvSpPr/>
          <p:nvPr/>
        </p:nvSpPr>
        <p:spPr>
          <a:xfrm>
            <a:off x="1335024" y="5120640"/>
            <a:ext cx="6400800" cy="777240"/>
          </a:xfrm>
          <a:prstGeom prst="roundRect">
            <a:avLst>
              <a:gd name="adj" fmla="val 9000"/>
            </a:avLst>
          </a:prstGeom>
          <a:solidFill>
            <a:srgbClr val="F3F2EE"/>
          </a:solidFill>
          <a:ln w="1587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563624" y="5193792"/>
            <a:ext cx="6035040" cy="520655"/>
          </a:xfrm>
          <a:prstGeom prst="rect">
            <a:avLst/>
          </a:prstGeom>
          <a:noFill/>
        </p:spPr>
        <p:txBody>
          <a:bodyPr wrap="square" anchor="t">
            <a:spAutoFit/>
          </a:bodyPr>
          <a:lstStyle/>
          <a:p>
            <a:pPr algn="l">
              <a:lnSpc>
                <a:spcPct val="100000"/>
              </a:lnSpc>
              <a:spcAft>
                <a:spcPts val="100"/>
              </a:spcAft>
            </a:pPr>
            <a:r>
              <a:rPr sz="1350" b="1" dirty="0">
                <a:solidFill>
                  <a:srgbClr val="2A2E35"/>
                </a:solidFill>
                <a:latin typeface="Calibri"/>
              </a:rPr>
              <a:t>Facts come from fixed sources. The LLM is used only when a flexible</a:t>
            </a:r>
          </a:p>
          <a:p>
            <a:pPr algn="l">
              <a:lnSpc>
                <a:spcPct val="100000"/>
              </a:lnSpc>
              <a:spcAft>
                <a:spcPts val="300"/>
              </a:spcAft>
            </a:pPr>
            <a:r>
              <a:rPr sz="1350" b="0" dirty="0">
                <a:solidFill>
                  <a:srgbClr val="5A6473"/>
                </a:solidFill>
                <a:latin typeface="Calibri"/>
              </a:rPr>
              <a:t>explanation is needed which keeps answers accurate, not invented.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3.  Tools Used</a:t>
            </a:r>
          </a:p>
        </p:txBody>
      </p:sp>
      <p:sp>
        <p:nvSpPr>
          <p:cNvPr id="3" name="Rounded Rectangle 2"/>
          <p:cNvSpPr/>
          <p:nvPr/>
        </p:nvSpPr>
        <p:spPr>
          <a:xfrm>
            <a:off x="1335024" y="2057400"/>
            <a:ext cx="1803196" cy="2743200"/>
          </a:xfrm>
          <a:prstGeom prst="roundRect">
            <a:avLst>
              <a:gd name="adj" fmla="val 9000"/>
            </a:avLst>
          </a:prstGeom>
          <a:solidFill>
            <a:srgbClr val="FFFFFF"/>
          </a:solidFill>
          <a:ln w="1587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733702" y="2331720"/>
            <a:ext cx="1005840" cy="1005840"/>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00000"/>
              </a:lnSpc>
              <a:spcAft>
                <a:spcPts val="300"/>
              </a:spcAft>
            </a:pPr>
            <a:r>
              <a:rPr sz="3400" b="0">
                <a:solidFill>
                  <a:srgbClr val="2A2E35"/>
                </a:solidFill>
                <a:latin typeface="Calibri"/>
              </a:rPr>
              <a:t>🐍</a:t>
            </a:r>
          </a:p>
        </p:txBody>
      </p:sp>
      <p:sp>
        <p:nvSpPr>
          <p:cNvPr id="5" name="TextBox 4"/>
          <p:cNvSpPr txBox="1"/>
          <p:nvPr/>
        </p:nvSpPr>
        <p:spPr>
          <a:xfrm>
            <a:off x="1426464" y="3566160"/>
            <a:ext cx="1620316" cy="1143000"/>
          </a:xfrm>
          <a:prstGeom prst="rect">
            <a:avLst/>
          </a:prstGeom>
          <a:noFill/>
        </p:spPr>
        <p:txBody>
          <a:bodyPr wrap="square" anchor="t">
            <a:spAutoFit/>
          </a:bodyPr>
          <a:lstStyle/>
          <a:p>
            <a:pPr algn="ctr">
              <a:lnSpc>
                <a:spcPct val="100000"/>
              </a:lnSpc>
              <a:spcAft>
                <a:spcPts val="400"/>
              </a:spcAft>
            </a:pPr>
            <a:r>
              <a:rPr sz="1550" b="1">
                <a:solidFill>
                  <a:srgbClr val="44546A"/>
                </a:solidFill>
                <a:latin typeface="Calibri"/>
              </a:rPr>
              <a:t>Python +
FastAPI</a:t>
            </a:r>
          </a:p>
          <a:p>
            <a:pPr algn="ctr">
              <a:lnSpc>
                <a:spcPct val="100000"/>
              </a:lnSpc>
              <a:spcAft>
                <a:spcPts val="300"/>
              </a:spcAft>
            </a:pPr>
            <a:r>
              <a:rPr sz="1200" b="0">
                <a:solidFill>
                  <a:srgbClr val="5A6473"/>
                </a:solidFill>
                <a:latin typeface="Calibri"/>
              </a:rPr>
              <a:t>Chatbot API &amp; server</a:t>
            </a:r>
          </a:p>
        </p:txBody>
      </p:sp>
      <p:sp>
        <p:nvSpPr>
          <p:cNvPr id="6" name="Rounded Rectangle 5"/>
          <p:cNvSpPr/>
          <p:nvPr/>
        </p:nvSpPr>
        <p:spPr>
          <a:xfrm>
            <a:off x="3266236" y="2057400"/>
            <a:ext cx="1803196" cy="2743200"/>
          </a:xfrm>
          <a:prstGeom prst="roundRect">
            <a:avLst>
              <a:gd name="adj" fmla="val 9000"/>
            </a:avLst>
          </a:prstGeom>
          <a:solidFill>
            <a:srgbClr val="FFFFFF"/>
          </a:solidFill>
          <a:ln w="1587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3664915" y="2331720"/>
            <a:ext cx="1005840" cy="1005840"/>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00000"/>
              </a:lnSpc>
              <a:spcAft>
                <a:spcPts val="300"/>
              </a:spcAft>
            </a:pPr>
            <a:r>
              <a:rPr sz="3400" b="0">
                <a:solidFill>
                  <a:srgbClr val="2A2E35"/>
                </a:solidFill>
                <a:latin typeface="Calibri"/>
              </a:rPr>
              <a:t>🌐</a:t>
            </a:r>
          </a:p>
        </p:txBody>
      </p:sp>
      <p:sp>
        <p:nvSpPr>
          <p:cNvPr id="8" name="TextBox 7"/>
          <p:cNvSpPr txBox="1"/>
          <p:nvPr/>
        </p:nvSpPr>
        <p:spPr>
          <a:xfrm>
            <a:off x="3357676" y="3566160"/>
            <a:ext cx="1620316" cy="1143000"/>
          </a:xfrm>
          <a:prstGeom prst="rect">
            <a:avLst/>
          </a:prstGeom>
          <a:noFill/>
        </p:spPr>
        <p:txBody>
          <a:bodyPr wrap="square" anchor="t">
            <a:spAutoFit/>
          </a:bodyPr>
          <a:lstStyle/>
          <a:p>
            <a:pPr algn="ctr">
              <a:lnSpc>
                <a:spcPct val="100000"/>
              </a:lnSpc>
              <a:spcAft>
                <a:spcPts val="400"/>
              </a:spcAft>
            </a:pPr>
            <a:r>
              <a:rPr sz="1550" b="1">
                <a:solidFill>
                  <a:srgbClr val="44546A"/>
                </a:solidFill>
                <a:latin typeface="Calibri"/>
              </a:rPr>
              <a:t>HTML · CSS
JavaScript</a:t>
            </a:r>
          </a:p>
          <a:p>
            <a:pPr algn="ctr">
              <a:lnSpc>
                <a:spcPct val="100000"/>
              </a:lnSpc>
              <a:spcAft>
                <a:spcPts val="300"/>
              </a:spcAft>
            </a:pPr>
            <a:r>
              <a:rPr sz="1200" b="0">
                <a:solidFill>
                  <a:srgbClr val="5A6473"/>
                </a:solidFill>
                <a:latin typeface="Calibri"/>
              </a:rPr>
              <a:t>Browser experience</a:t>
            </a:r>
          </a:p>
        </p:txBody>
      </p:sp>
      <p:sp>
        <p:nvSpPr>
          <p:cNvPr id="9" name="Rounded Rectangle 8"/>
          <p:cNvSpPr/>
          <p:nvPr/>
        </p:nvSpPr>
        <p:spPr>
          <a:xfrm>
            <a:off x="5197449" y="2057400"/>
            <a:ext cx="1803196" cy="2743200"/>
          </a:xfrm>
          <a:prstGeom prst="roundRect">
            <a:avLst>
              <a:gd name="adj" fmla="val 9000"/>
            </a:avLst>
          </a:prstGeom>
          <a:solidFill>
            <a:srgbClr val="FFFFFF"/>
          </a:solidFill>
          <a:ln w="1587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5596128" y="2331720"/>
            <a:ext cx="1005840" cy="1005840"/>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00000"/>
              </a:lnSpc>
              <a:spcAft>
                <a:spcPts val="300"/>
              </a:spcAft>
            </a:pPr>
            <a:r>
              <a:rPr sz="3400" b="0">
                <a:solidFill>
                  <a:srgbClr val="2A2E35"/>
                </a:solidFill>
                <a:latin typeface="Calibri"/>
              </a:rPr>
              <a:t>🧠</a:t>
            </a:r>
          </a:p>
        </p:txBody>
      </p:sp>
      <p:sp>
        <p:nvSpPr>
          <p:cNvPr id="11" name="TextBox 10"/>
          <p:cNvSpPr txBox="1"/>
          <p:nvPr/>
        </p:nvSpPr>
        <p:spPr>
          <a:xfrm>
            <a:off x="5288889" y="3566160"/>
            <a:ext cx="1620316" cy="1143000"/>
          </a:xfrm>
          <a:prstGeom prst="rect">
            <a:avLst/>
          </a:prstGeom>
          <a:noFill/>
        </p:spPr>
        <p:txBody>
          <a:bodyPr wrap="square" anchor="t">
            <a:spAutoFit/>
          </a:bodyPr>
          <a:lstStyle/>
          <a:p>
            <a:pPr algn="ctr">
              <a:lnSpc>
                <a:spcPct val="100000"/>
              </a:lnSpc>
              <a:spcAft>
                <a:spcPts val="400"/>
              </a:spcAft>
            </a:pPr>
            <a:r>
              <a:rPr sz="1550" b="1">
                <a:solidFill>
                  <a:srgbClr val="44546A"/>
                </a:solidFill>
                <a:latin typeface="Calibri"/>
              </a:rPr>
              <a:t>Groq LLM</a:t>
            </a:r>
          </a:p>
          <a:p>
            <a:pPr algn="ctr">
              <a:lnSpc>
                <a:spcPct val="100000"/>
              </a:lnSpc>
              <a:spcAft>
                <a:spcPts val="300"/>
              </a:spcAft>
            </a:pPr>
            <a:r>
              <a:rPr sz="1200" b="0">
                <a:solidFill>
                  <a:srgbClr val="5A6473"/>
                </a:solidFill>
                <a:latin typeface="Calibri"/>
              </a:rPr>
              <a:t>Conversational answers</a:t>
            </a:r>
          </a:p>
        </p:txBody>
      </p:sp>
      <p:sp>
        <p:nvSpPr>
          <p:cNvPr id="12" name="Rounded Rectangle 11"/>
          <p:cNvSpPr/>
          <p:nvPr/>
        </p:nvSpPr>
        <p:spPr>
          <a:xfrm>
            <a:off x="7128662" y="2057400"/>
            <a:ext cx="1803196" cy="2743200"/>
          </a:xfrm>
          <a:prstGeom prst="roundRect">
            <a:avLst>
              <a:gd name="adj" fmla="val 9000"/>
            </a:avLst>
          </a:prstGeom>
          <a:solidFill>
            <a:srgbClr val="FFFFFF"/>
          </a:solidFill>
          <a:ln w="1587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7527340" y="2331720"/>
            <a:ext cx="1005840" cy="1005840"/>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00000"/>
              </a:lnSpc>
              <a:spcAft>
                <a:spcPts val="300"/>
              </a:spcAft>
            </a:pPr>
            <a:r>
              <a:rPr sz="3400" b="0">
                <a:solidFill>
                  <a:srgbClr val="2A2E35"/>
                </a:solidFill>
                <a:latin typeface="Calibri"/>
              </a:rPr>
              <a:t>🎙️</a:t>
            </a:r>
          </a:p>
        </p:txBody>
      </p:sp>
      <p:sp>
        <p:nvSpPr>
          <p:cNvPr id="14" name="TextBox 13"/>
          <p:cNvSpPr txBox="1"/>
          <p:nvPr/>
        </p:nvSpPr>
        <p:spPr>
          <a:xfrm>
            <a:off x="7220102" y="3566160"/>
            <a:ext cx="1620316" cy="1143000"/>
          </a:xfrm>
          <a:prstGeom prst="rect">
            <a:avLst/>
          </a:prstGeom>
          <a:noFill/>
        </p:spPr>
        <p:txBody>
          <a:bodyPr wrap="square" anchor="t">
            <a:spAutoFit/>
          </a:bodyPr>
          <a:lstStyle/>
          <a:p>
            <a:pPr algn="ctr">
              <a:lnSpc>
                <a:spcPct val="100000"/>
              </a:lnSpc>
              <a:spcAft>
                <a:spcPts val="400"/>
              </a:spcAft>
            </a:pPr>
            <a:r>
              <a:rPr sz="1550" b="1">
                <a:solidFill>
                  <a:srgbClr val="44546A"/>
                </a:solidFill>
                <a:latin typeface="Calibri"/>
              </a:rPr>
              <a:t>ElevenLabs</a:t>
            </a:r>
          </a:p>
          <a:p>
            <a:pPr algn="ctr">
              <a:lnSpc>
                <a:spcPct val="100000"/>
              </a:lnSpc>
              <a:spcAft>
                <a:spcPts val="300"/>
              </a:spcAft>
            </a:pPr>
            <a:r>
              <a:rPr sz="1200" b="0">
                <a:solidFill>
                  <a:srgbClr val="5A6473"/>
                </a:solidFill>
                <a:latin typeface="Calibri"/>
              </a:rPr>
              <a:t>Optional voice output</a:t>
            </a:r>
          </a:p>
        </p:txBody>
      </p:sp>
      <p:sp>
        <p:nvSpPr>
          <p:cNvPr id="15" name="Rounded Rectangle 14"/>
          <p:cNvSpPr/>
          <p:nvPr/>
        </p:nvSpPr>
        <p:spPr>
          <a:xfrm>
            <a:off x="9059875" y="2057400"/>
            <a:ext cx="1803196" cy="2743200"/>
          </a:xfrm>
          <a:prstGeom prst="roundRect">
            <a:avLst>
              <a:gd name="adj" fmla="val 9000"/>
            </a:avLst>
          </a:prstGeom>
          <a:solidFill>
            <a:srgbClr val="FFFFFF"/>
          </a:solidFill>
          <a:ln w="1587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9458553" y="2331720"/>
            <a:ext cx="1005840" cy="1005840"/>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00000"/>
              </a:lnSpc>
              <a:spcAft>
                <a:spcPts val="300"/>
              </a:spcAft>
            </a:pPr>
            <a:r>
              <a:rPr sz="3400" b="0">
                <a:solidFill>
                  <a:srgbClr val="2A2E35"/>
                </a:solidFill>
                <a:latin typeface="Calibri"/>
              </a:rPr>
              <a:t>📄</a:t>
            </a:r>
          </a:p>
        </p:txBody>
      </p:sp>
      <p:sp>
        <p:nvSpPr>
          <p:cNvPr id="17" name="TextBox 16"/>
          <p:cNvSpPr txBox="1"/>
          <p:nvPr/>
        </p:nvSpPr>
        <p:spPr>
          <a:xfrm>
            <a:off x="9151315" y="3566160"/>
            <a:ext cx="1620316" cy="1143000"/>
          </a:xfrm>
          <a:prstGeom prst="rect">
            <a:avLst/>
          </a:prstGeom>
          <a:noFill/>
        </p:spPr>
        <p:txBody>
          <a:bodyPr wrap="square" anchor="t">
            <a:spAutoFit/>
          </a:bodyPr>
          <a:lstStyle/>
          <a:p>
            <a:pPr algn="ctr">
              <a:lnSpc>
                <a:spcPct val="100000"/>
              </a:lnSpc>
              <a:spcAft>
                <a:spcPts val="400"/>
              </a:spcAft>
            </a:pPr>
            <a:r>
              <a:rPr sz="1550" b="1">
                <a:solidFill>
                  <a:srgbClr val="44546A"/>
                </a:solidFill>
                <a:latin typeface="Calibri"/>
              </a:rPr>
              <a:t>PDF extraction</a:t>
            </a:r>
          </a:p>
          <a:p>
            <a:pPr algn="ctr">
              <a:lnSpc>
                <a:spcPct val="100000"/>
              </a:lnSpc>
              <a:spcAft>
                <a:spcPts val="300"/>
              </a:spcAft>
            </a:pPr>
            <a:r>
              <a:rPr sz="1200" b="0">
                <a:solidFill>
                  <a:srgbClr val="5A6473"/>
                </a:solidFill>
                <a:latin typeface="Calibri"/>
              </a:rPr>
              <a:t>Rooms &amp; professor lookup</a:t>
            </a:r>
          </a:p>
        </p:txBody>
      </p:sp>
      <p:sp>
        <p:nvSpPr>
          <p:cNvPr id="19" name="Rounded Rectangle 18">
            <a:extLst>
              <a:ext uri="{FF2B5EF4-FFF2-40B4-BE49-F238E27FC236}">
                <a16:creationId xmlns:a16="http://schemas.microsoft.com/office/drawing/2014/main" id="{7BC9CABF-FE21-8345-B76C-A674C5BA07F0}"/>
              </a:ext>
            </a:extLst>
          </p:cNvPr>
          <p:cNvSpPr/>
          <p:nvPr/>
        </p:nvSpPr>
        <p:spPr>
          <a:xfrm>
            <a:off x="2092206" y="5142255"/>
            <a:ext cx="7693066" cy="1131632"/>
          </a:xfrm>
          <a:prstGeom prst="roundRect">
            <a:avLst>
              <a:gd name="adj" fmla="val 9000"/>
            </a:avLst>
          </a:prstGeom>
          <a:solidFill>
            <a:srgbClr val="F3F2EE"/>
          </a:solidFill>
          <a:ln w="1587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4502C5B2-4605-7D43-9E49-F09DE56626ED}"/>
              </a:ext>
            </a:extLst>
          </p:cNvPr>
          <p:cNvSpPr txBox="1"/>
          <p:nvPr/>
        </p:nvSpPr>
        <p:spPr>
          <a:xfrm>
            <a:off x="2418799" y="5353679"/>
            <a:ext cx="7039881" cy="589264"/>
          </a:xfrm>
          <a:prstGeom prst="rect">
            <a:avLst/>
          </a:prstGeom>
          <a:noFill/>
        </p:spPr>
        <p:txBody>
          <a:bodyPr wrap="square" anchor="t">
            <a:spAutoFit/>
          </a:bodyPr>
          <a:lstStyle/>
          <a:p>
            <a:pPr algn="ctr">
              <a:lnSpc>
                <a:spcPct val="100000"/>
              </a:lnSpc>
              <a:spcAft>
                <a:spcPts val="300"/>
              </a:spcAft>
            </a:pPr>
            <a:r>
              <a:rPr sz="1600" b="1" dirty="0">
                <a:solidFill>
                  <a:srgbClr val="44546A"/>
                </a:solidFill>
                <a:latin typeface="Calibri"/>
              </a:rPr>
              <a:t>Built with AI pair-programming help</a:t>
            </a:r>
          </a:p>
          <a:p>
            <a:pPr algn="ctr">
              <a:lnSpc>
                <a:spcPct val="102000"/>
              </a:lnSpc>
              <a:spcAft>
                <a:spcPts val="300"/>
              </a:spcAft>
            </a:pPr>
            <a:r>
              <a:rPr sz="1400" b="0" dirty="0">
                <a:solidFill>
                  <a:srgbClr val="5A6473"/>
                </a:solidFill>
                <a:latin typeface="Calibri"/>
              </a:rPr>
              <a:t>Claude (Claude Code)  debugging, accuracy &amp; anti-hallucination, voice &amp; deployment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  Methodology &amp; Challenges</a:t>
            </a:r>
          </a:p>
        </p:txBody>
      </p:sp>
      <p:sp>
        <p:nvSpPr>
          <p:cNvPr id="3" name="Chevron 2"/>
          <p:cNvSpPr/>
          <p:nvPr/>
        </p:nvSpPr>
        <p:spPr>
          <a:xfrm>
            <a:off x="1335024" y="1783080"/>
            <a:ext cx="2606040" cy="914400"/>
          </a:xfrm>
          <a:prstGeom prst="chevron">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00000"/>
              </a:lnSpc>
              <a:spcAft>
                <a:spcPts val="300"/>
              </a:spcAft>
            </a:pPr>
            <a:r>
              <a:rPr sz="1400" b="1">
                <a:solidFill>
                  <a:srgbClr val="FFFFFF"/>
                </a:solidFill>
                <a:latin typeface="Calibri"/>
              </a:rPr>
              <a:t>Analysis</a:t>
            </a:r>
          </a:p>
        </p:txBody>
      </p:sp>
      <p:sp>
        <p:nvSpPr>
          <p:cNvPr id="4" name="Chevron 3"/>
          <p:cNvSpPr/>
          <p:nvPr/>
        </p:nvSpPr>
        <p:spPr>
          <a:xfrm>
            <a:off x="3621024" y="1783080"/>
            <a:ext cx="2606040" cy="914400"/>
          </a:xfrm>
          <a:prstGeom prst="chevron">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00000"/>
              </a:lnSpc>
              <a:spcAft>
                <a:spcPts val="300"/>
              </a:spcAft>
            </a:pPr>
            <a:r>
              <a:rPr sz="1400" b="1">
                <a:solidFill>
                  <a:srgbClr val="2A2E35"/>
                </a:solidFill>
                <a:latin typeface="Calibri"/>
              </a:rPr>
              <a:t>Knowledge
collection</a:t>
            </a:r>
          </a:p>
        </p:txBody>
      </p:sp>
      <p:sp>
        <p:nvSpPr>
          <p:cNvPr id="5" name="Chevron 4"/>
          <p:cNvSpPr/>
          <p:nvPr/>
        </p:nvSpPr>
        <p:spPr>
          <a:xfrm>
            <a:off x="5907024" y="1783080"/>
            <a:ext cx="2606040" cy="914400"/>
          </a:xfrm>
          <a:prstGeom prst="chevron">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00000"/>
              </a:lnSpc>
              <a:spcAft>
                <a:spcPts val="300"/>
              </a:spcAft>
            </a:pPr>
            <a:r>
              <a:rPr sz="1400" b="1">
                <a:solidFill>
                  <a:srgbClr val="FFFFFF"/>
                </a:solidFill>
                <a:latin typeface="Calibri"/>
              </a:rPr>
              <a:t>Build
back + front</a:t>
            </a:r>
          </a:p>
        </p:txBody>
      </p:sp>
      <p:sp>
        <p:nvSpPr>
          <p:cNvPr id="6" name="Chevron 5"/>
          <p:cNvSpPr/>
          <p:nvPr/>
        </p:nvSpPr>
        <p:spPr>
          <a:xfrm>
            <a:off x="8193024" y="1783080"/>
            <a:ext cx="2606040" cy="914400"/>
          </a:xfrm>
          <a:prstGeom prst="chevron">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00000"/>
              </a:lnSpc>
              <a:spcAft>
                <a:spcPts val="300"/>
              </a:spcAft>
            </a:pPr>
            <a:r>
              <a:rPr sz="1400" b="1">
                <a:solidFill>
                  <a:srgbClr val="2A2E35"/>
                </a:solidFill>
                <a:latin typeface="Calibri"/>
              </a:rPr>
              <a:t>Testing</a:t>
            </a:r>
          </a:p>
        </p:txBody>
      </p:sp>
      <p:sp>
        <p:nvSpPr>
          <p:cNvPr id="7" name="Rounded Rectangle 6"/>
          <p:cNvSpPr/>
          <p:nvPr/>
        </p:nvSpPr>
        <p:spPr>
          <a:xfrm>
            <a:off x="1271016" y="4306503"/>
            <a:ext cx="4626864" cy="1580949"/>
          </a:xfrm>
          <a:prstGeom prst="roundRect">
            <a:avLst>
              <a:gd name="adj" fmla="val 9000"/>
            </a:avLst>
          </a:prstGeom>
          <a:solidFill>
            <a:srgbClr val="FFFFFF"/>
          </a:solidFill>
          <a:ln w="1587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36776" y="4489383"/>
            <a:ext cx="4114800" cy="1072345"/>
          </a:xfrm>
          <a:prstGeom prst="rect">
            <a:avLst/>
          </a:prstGeom>
          <a:noFill/>
        </p:spPr>
        <p:txBody>
          <a:bodyPr wrap="square" anchor="t">
            <a:spAutoFit/>
          </a:bodyPr>
          <a:lstStyle/>
          <a:p>
            <a:pPr algn="l">
              <a:lnSpc>
                <a:spcPct val="100000"/>
              </a:lnSpc>
              <a:spcAft>
                <a:spcPts val="600"/>
              </a:spcAft>
            </a:pPr>
            <a:r>
              <a:rPr sz="1650" b="1" dirty="0">
                <a:solidFill>
                  <a:srgbClr val="44546A"/>
                </a:solidFill>
                <a:latin typeface="Calibri"/>
              </a:rPr>
              <a:t>⚠  Avoiding hallucinated facts</a:t>
            </a:r>
          </a:p>
          <a:p>
            <a:pPr algn="l">
              <a:lnSpc>
                <a:spcPct val="110000"/>
              </a:lnSpc>
              <a:spcAft>
                <a:spcPts val="300"/>
              </a:spcAft>
            </a:pPr>
            <a:r>
              <a:rPr sz="1300" b="0" dirty="0">
                <a:solidFill>
                  <a:srgbClr val="5A6473"/>
                </a:solidFill>
                <a:latin typeface="Calibri"/>
              </a:rPr>
              <a:t>Schedules, rooms, fees and language answers use FIXED sources  not the LLM  so the bot states real facts or says "I don't have that."</a:t>
            </a:r>
          </a:p>
        </p:txBody>
      </p:sp>
      <p:sp>
        <p:nvSpPr>
          <p:cNvPr id="10" name="Rounded Rectangle 9"/>
          <p:cNvSpPr/>
          <p:nvPr/>
        </p:nvSpPr>
        <p:spPr>
          <a:xfrm>
            <a:off x="6172200" y="4306503"/>
            <a:ext cx="4626864" cy="1580949"/>
          </a:xfrm>
          <a:prstGeom prst="roundRect">
            <a:avLst>
              <a:gd name="adj" fmla="val 9000"/>
            </a:avLst>
          </a:prstGeom>
          <a:solidFill>
            <a:srgbClr val="FFFFFF"/>
          </a:solidFill>
          <a:ln w="1587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37960" y="4489383"/>
            <a:ext cx="4114800" cy="1874519"/>
          </a:xfrm>
          <a:prstGeom prst="rect">
            <a:avLst/>
          </a:prstGeom>
          <a:noFill/>
        </p:spPr>
        <p:txBody>
          <a:bodyPr wrap="square" anchor="t">
            <a:spAutoFit/>
          </a:bodyPr>
          <a:lstStyle/>
          <a:p>
            <a:pPr algn="l">
              <a:lnSpc>
                <a:spcPct val="100000"/>
              </a:lnSpc>
              <a:spcAft>
                <a:spcPts val="600"/>
              </a:spcAft>
            </a:pPr>
            <a:r>
              <a:rPr sz="1650" b="1">
                <a:solidFill>
                  <a:srgbClr val="44546A"/>
                </a:solidFill>
                <a:latin typeface="Calibri"/>
              </a:rPr>
              <a:t>⚠  Messy timetable PDFs</a:t>
            </a:r>
          </a:p>
          <a:p>
            <a:pPr algn="l">
              <a:lnSpc>
                <a:spcPct val="110000"/>
              </a:lnSpc>
              <a:spcAft>
                <a:spcPts val="300"/>
              </a:spcAft>
            </a:pPr>
            <a:r>
              <a:rPr sz="1300" b="0">
                <a:solidFill>
                  <a:srgbClr val="5A6473"/>
                </a:solidFill>
                <a:latin typeface="Calibri"/>
              </a:rPr>
              <a:t>Room and professor data arrived in different PDF formats, so we built custom extraction to pull it into clean, searchable data.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5.  MCP Model Context Protocol</a:t>
            </a:r>
          </a:p>
        </p:txBody>
      </p:sp>
      <p:sp>
        <p:nvSpPr>
          <p:cNvPr id="3" name="Rounded Rectangle 2"/>
          <p:cNvSpPr/>
          <p:nvPr/>
        </p:nvSpPr>
        <p:spPr>
          <a:xfrm>
            <a:off x="1335024" y="1783080"/>
            <a:ext cx="2743200" cy="1097280"/>
          </a:xfrm>
          <a:prstGeom prst="roundRect">
            <a:avLst>
              <a:gd name="adj" fmla="val 9000"/>
            </a:avLst>
          </a:prstGeom>
          <a:solidFill>
            <a:srgbClr val="FFFFFF"/>
          </a:solidFill>
          <a:ln w="15875">
            <a:solidFill>
              <a:srgbClr val="D6D6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00000"/>
              </a:lnSpc>
              <a:spcAft>
                <a:spcPts val="200"/>
              </a:spcAft>
            </a:pPr>
            <a:r>
              <a:rPr sz="1500" b="1">
                <a:solidFill>
                  <a:srgbClr val="44546A"/>
                </a:solidFill>
                <a:latin typeface="Calibri"/>
              </a:rPr>
              <a:t>AI host</a:t>
            </a:r>
          </a:p>
          <a:p>
            <a:pPr algn="ctr">
              <a:lnSpc>
                <a:spcPct val="100000"/>
              </a:lnSpc>
              <a:spcAft>
                <a:spcPts val="300"/>
              </a:spcAft>
            </a:pPr>
            <a:r>
              <a:rPr sz="1100" b="0">
                <a:solidFill>
                  <a:srgbClr val="5A6473"/>
                </a:solidFill>
                <a:latin typeface="Calibri"/>
              </a:rPr>
              <a:t>e.g. Claude Desktop</a:t>
            </a:r>
          </a:p>
        </p:txBody>
      </p:sp>
      <p:sp>
        <p:nvSpPr>
          <p:cNvPr id="4" name="Right Arrow 3"/>
          <p:cNvSpPr/>
          <p:nvPr/>
        </p:nvSpPr>
        <p:spPr>
          <a:xfrm>
            <a:off x="4160520" y="2148840"/>
            <a:ext cx="457200" cy="365760"/>
          </a:xfrm>
          <a:prstGeom prst="rightArrow">
            <a:avLst/>
          </a:prstGeom>
          <a:solidFill>
            <a:srgbClr val="D9A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709160" y="1783080"/>
            <a:ext cx="2834640" cy="1097280"/>
          </a:xfrm>
          <a:prstGeom prst="roundRect">
            <a:avLst>
              <a:gd name="adj" fmla="val 9000"/>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00000"/>
              </a:lnSpc>
              <a:spcAft>
                <a:spcPts val="200"/>
              </a:spcAft>
            </a:pPr>
            <a:r>
              <a:rPr sz="1500" b="1">
                <a:solidFill>
                  <a:srgbClr val="FFFFFF"/>
                </a:solidFill>
                <a:latin typeface="Calibri"/>
              </a:rPr>
              <a:t>Our MCP server</a:t>
            </a:r>
          </a:p>
          <a:p>
            <a:pPr algn="ctr">
              <a:lnSpc>
                <a:spcPct val="100000"/>
              </a:lnSpc>
              <a:spcAft>
                <a:spcPts val="300"/>
              </a:spcAft>
            </a:pPr>
            <a:r>
              <a:rPr sz="1100" b="0">
                <a:solidFill>
                  <a:srgbClr val="C9D2DE"/>
                </a:solidFill>
                <a:latin typeface="Calibri"/>
              </a:rPr>
              <a:t>search_mem_mim_documents</a:t>
            </a:r>
          </a:p>
        </p:txBody>
      </p:sp>
      <p:sp>
        <p:nvSpPr>
          <p:cNvPr id="6" name="Right Arrow 5"/>
          <p:cNvSpPr/>
          <p:nvPr/>
        </p:nvSpPr>
        <p:spPr>
          <a:xfrm>
            <a:off x="7635240" y="2148840"/>
            <a:ext cx="457200" cy="365760"/>
          </a:xfrm>
          <a:prstGeom prst="rightArrow">
            <a:avLst/>
          </a:prstGeom>
          <a:solidFill>
            <a:srgbClr val="D9A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183879" y="1783080"/>
            <a:ext cx="2651760" cy="1097280"/>
          </a:xfrm>
          <a:prstGeom prst="roundRect">
            <a:avLst>
              <a:gd name="adj" fmla="val 9000"/>
            </a:avLst>
          </a:prstGeom>
          <a:solidFill>
            <a:srgbClr val="FFFFFF"/>
          </a:solidFill>
          <a:ln w="15875">
            <a:solidFill>
              <a:srgbClr val="D6D6D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00000"/>
              </a:lnSpc>
              <a:spcAft>
                <a:spcPts val="200"/>
              </a:spcAft>
            </a:pPr>
            <a:r>
              <a:rPr sz="1500" b="1">
                <a:solidFill>
                  <a:srgbClr val="44546A"/>
                </a:solidFill>
                <a:latin typeface="Calibri"/>
              </a:rPr>
              <a:t>knowledge_docs</a:t>
            </a:r>
          </a:p>
          <a:p>
            <a:pPr algn="ctr">
              <a:lnSpc>
                <a:spcPct val="100000"/>
              </a:lnSpc>
              <a:spcAft>
                <a:spcPts val="300"/>
              </a:spcAft>
            </a:pPr>
            <a:r>
              <a:rPr sz="1100" b="0">
                <a:solidFill>
                  <a:srgbClr val="5A6473"/>
                </a:solidFill>
                <a:latin typeface="Calibri"/>
              </a:rPr>
              <a:t>facts · timetable · rooms</a:t>
            </a:r>
          </a:p>
        </p:txBody>
      </p:sp>
      <p:sp>
        <p:nvSpPr>
          <p:cNvPr id="8" name="TextBox 7"/>
          <p:cNvSpPr txBox="1"/>
          <p:nvPr/>
        </p:nvSpPr>
        <p:spPr>
          <a:xfrm>
            <a:off x="1335024" y="2971800"/>
            <a:ext cx="9528048" cy="320040"/>
          </a:xfrm>
          <a:prstGeom prst="rect">
            <a:avLst/>
          </a:prstGeom>
          <a:noFill/>
        </p:spPr>
        <p:txBody>
          <a:bodyPr wrap="square" anchor="t">
            <a:spAutoFit/>
          </a:bodyPr>
          <a:lstStyle/>
          <a:p>
            <a:pPr algn="l">
              <a:lnSpc>
                <a:spcPct val="100000"/>
              </a:lnSpc>
              <a:spcAft>
                <a:spcPts val="300"/>
              </a:spcAft>
            </a:pPr>
            <a:r>
              <a:rPr sz="1250" b="1">
                <a:solidFill>
                  <a:srgbClr val="5A6473"/>
                </a:solidFill>
                <a:latin typeface="Calibri"/>
              </a:rPr>
              <a:t>A standard way for any AI assistant to query our knowledge base as a tool.</a:t>
            </a:r>
          </a:p>
        </p:txBody>
      </p:sp>
      <p:sp>
        <p:nvSpPr>
          <p:cNvPr id="9" name="Rounded Rectangle 8"/>
          <p:cNvSpPr/>
          <p:nvPr/>
        </p:nvSpPr>
        <p:spPr>
          <a:xfrm>
            <a:off x="1335024" y="3520440"/>
            <a:ext cx="9312312" cy="1593271"/>
          </a:xfrm>
          <a:prstGeom prst="roundRect">
            <a:avLst>
              <a:gd name="adj" fmla="val 9000"/>
            </a:avLst>
          </a:prstGeom>
          <a:solidFill>
            <a:srgbClr val="FFFFFF"/>
          </a:solidFill>
          <a:ln w="1587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700783" y="3703320"/>
            <a:ext cx="7412219" cy="852285"/>
          </a:xfrm>
          <a:prstGeom prst="rect">
            <a:avLst/>
          </a:prstGeom>
          <a:noFill/>
        </p:spPr>
        <p:txBody>
          <a:bodyPr wrap="square" anchor="t">
            <a:spAutoFit/>
          </a:bodyPr>
          <a:lstStyle/>
          <a:p>
            <a:pPr algn="l">
              <a:lnSpc>
                <a:spcPct val="100000"/>
              </a:lnSpc>
              <a:spcAft>
                <a:spcPts val="600"/>
              </a:spcAft>
            </a:pPr>
            <a:r>
              <a:rPr sz="1650" b="1" dirty="0">
                <a:solidFill>
                  <a:srgbClr val="44546A"/>
                </a:solidFill>
                <a:latin typeface="Calibri"/>
              </a:rPr>
              <a:t>✓  What we built</a:t>
            </a:r>
          </a:p>
          <a:p>
            <a:pPr algn="l">
              <a:lnSpc>
                <a:spcPct val="110000"/>
              </a:lnSpc>
              <a:spcAft>
                <a:spcPts val="300"/>
              </a:spcAft>
            </a:pPr>
            <a:r>
              <a:rPr sz="1300" b="0" dirty="0">
                <a:solidFill>
                  <a:srgbClr val="5A6473"/>
                </a:solidFill>
                <a:latin typeface="Calibri"/>
              </a:rPr>
              <a:t>An MCP server (</a:t>
            </a:r>
            <a:r>
              <a:rPr sz="1300" b="0" dirty="0" err="1">
                <a:solidFill>
                  <a:srgbClr val="5A6473"/>
                </a:solidFill>
                <a:latin typeface="Calibri"/>
              </a:rPr>
              <a:t>mcp_knowledge_server.py</a:t>
            </a:r>
            <a:r>
              <a:rPr sz="1300" b="0" dirty="0">
                <a:solidFill>
                  <a:srgbClr val="5A6473"/>
                </a:solidFill>
                <a:latin typeface="Calibri"/>
              </a:rPr>
              <a:t>) that exposes our knowledge base as the MCP tool </a:t>
            </a:r>
            <a:r>
              <a:rPr sz="1300" b="0" dirty="0" err="1">
                <a:solidFill>
                  <a:srgbClr val="5A6473"/>
                </a:solidFill>
                <a:latin typeface="Calibri"/>
              </a:rPr>
              <a:t>search_mem_mim_documents</a:t>
            </a:r>
            <a:r>
              <a:rPr sz="1300" b="0" dirty="0">
                <a:solidFill>
                  <a:srgbClr val="5A6473"/>
                </a:solidFill>
                <a:latin typeface="Calibri"/>
              </a:rPr>
              <a:t> any MCP host can query our MEM/MIM data.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alpha val="62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Live Demo  ·  Thank You</a:t>
            </a:r>
          </a:p>
        </p:txBody>
      </p:sp>
      <p:sp>
        <p:nvSpPr>
          <p:cNvPr id="3" name="TextBox 2"/>
          <p:cNvSpPr txBox="1"/>
          <p:nvPr/>
        </p:nvSpPr>
        <p:spPr>
          <a:xfrm>
            <a:off x="2123121" y="2255563"/>
            <a:ext cx="7693066" cy="710066"/>
          </a:xfrm>
          <a:prstGeom prst="rect">
            <a:avLst/>
          </a:prstGeom>
          <a:noFill/>
        </p:spPr>
        <p:txBody>
          <a:bodyPr wrap="square" anchor="t">
            <a:spAutoFit/>
          </a:bodyPr>
          <a:lstStyle/>
          <a:p>
            <a:pPr algn="ctr">
              <a:lnSpc>
                <a:spcPct val="100000"/>
              </a:lnSpc>
              <a:spcAft>
                <a:spcPts val="400"/>
              </a:spcAft>
            </a:pPr>
            <a:r>
              <a:rPr sz="1800" b="1" dirty="0">
                <a:solidFill>
                  <a:srgbClr val="44546A"/>
                </a:solidFill>
                <a:latin typeface="Calibri"/>
              </a:rPr>
              <a:t>Ask it live:</a:t>
            </a:r>
          </a:p>
          <a:p>
            <a:pPr algn="ctr">
              <a:lnSpc>
                <a:spcPct val="110000"/>
              </a:lnSpc>
              <a:spcAft>
                <a:spcPts val="300"/>
              </a:spcAft>
            </a:pPr>
            <a:r>
              <a:rPr sz="1800" b="0" dirty="0">
                <a:solidFill>
                  <a:srgbClr val="5A6473"/>
                </a:solidFill>
                <a:latin typeface="Calibri"/>
              </a:rPr>
              <a:t>applying · MEM vs MIM · the English track · your schedule · </a:t>
            </a:r>
            <a:r>
              <a:rPr sz="1800" b="0" dirty="0" err="1">
                <a:solidFill>
                  <a:srgbClr val="5A6473"/>
                </a:solidFill>
                <a:latin typeface="Calibri"/>
              </a:rPr>
              <a:t>mcp</a:t>
            </a:r>
            <a:r>
              <a:rPr sz="1800" b="0" dirty="0">
                <a:solidFill>
                  <a:srgbClr val="5A6473"/>
                </a:solidFill>
                <a:latin typeface="Calibri"/>
              </a:rPr>
              <a:t> search:</a:t>
            </a:r>
          </a:p>
        </p:txBody>
      </p:sp>
      <p:sp>
        <p:nvSpPr>
          <p:cNvPr id="4" name="Rounded Rectangle 3"/>
          <p:cNvSpPr/>
          <p:nvPr/>
        </p:nvSpPr>
        <p:spPr>
          <a:xfrm>
            <a:off x="4163146" y="3337560"/>
            <a:ext cx="3258734" cy="600416"/>
          </a:xfrm>
          <a:prstGeom prst="roundRect">
            <a:avLst>
              <a:gd name="adj" fmla="val 9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00000"/>
              </a:lnSpc>
              <a:spcAft>
                <a:spcPts val="300"/>
              </a:spcAft>
            </a:pPr>
            <a:r>
              <a:rPr sz="2000" b="1" dirty="0">
                <a:solidFill>
                  <a:srgbClr val="2A2E35"/>
                </a:solidFill>
                <a:latin typeface="Calibri"/>
              </a:rPr>
              <a:t>🔗</a:t>
            </a:r>
            <a:r>
              <a:rPr sz="1400" b="1" dirty="0">
                <a:solidFill>
                  <a:srgbClr val="2A2E35"/>
                </a:solidFill>
                <a:latin typeface="Calibri"/>
              </a:rPr>
              <a:t>  [</a:t>
            </a:r>
            <a:r>
              <a:rPr lang="en-IN" sz="2000" u="sng" dirty="0">
                <a:hlinkClick r:id="rId3"/>
              </a:rPr>
              <a:t>DEMO</a:t>
            </a:r>
            <a:r>
              <a:rPr lang="en-IN" u="sng" dirty="0">
                <a:hlinkClick r:id="rId3"/>
              </a:rPr>
              <a:t> </a:t>
            </a:r>
            <a:r>
              <a:rPr sz="1400" b="1" dirty="0">
                <a:solidFill>
                  <a:srgbClr val="2A2E35"/>
                </a:solidFill>
                <a:latin typeface="Calibri"/>
              </a:rPr>
              <a:t>]</a:t>
            </a:r>
          </a:p>
        </p:txBody>
      </p:sp>
      <p:sp>
        <p:nvSpPr>
          <p:cNvPr id="7" name="TextBox 6"/>
          <p:cNvSpPr txBox="1"/>
          <p:nvPr/>
        </p:nvSpPr>
        <p:spPr>
          <a:xfrm>
            <a:off x="2076986" y="4328506"/>
            <a:ext cx="7693066" cy="400110"/>
          </a:xfrm>
          <a:prstGeom prst="rect">
            <a:avLst/>
          </a:prstGeom>
          <a:noFill/>
        </p:spPr>
        <p:txBody>
          <a:bodyPr wrap="square" anchor="t">
            <a:spAutoFit/>
          </a:bodyPr>
          <a:lstStyle/>
          <a:p>
            <a:pPr algn="ctr">
              <a:lnSpc>
                <a:spcPct val="100000"/>
              </a:lnSpc>
              <a:spcAft>
                <a:spcPts val="300"/>
              </a:spcAft>
            </a:pPr>
            <a:r>
              <a:rPr sz="2000" b="1" dirty="0">
                <a:solidFill>
                  <a:srgbClr val="44546A"/>
                </a:solidFill>
                <a:latin typeface="Calibri"/>
              </a:rPr>
              <a:t>Thank you </a:t>
            </a:r>
            <a:r>
              <a:rPr lang="en-US" sz="2000" b="1" dirty="0">
                <a:solidFill>
                  <a:srgbClr val="44546A"/>
                </a:solidFill>
                <a:latin typeface="Calibri"/>
              </a:rPr>
              <a:t>, </a:t>
            </a:r>
            <a:r>
              <a:rPr sz="2000" b="1" dirty="0">
                <a:solidFill>
                  <a:srgbClr val="44546A"/>
                </a:solidFill>
                <a:latin typeface="Calibri"/>
              </a:rPr>
              <a:t> Questions?</a:t>
            </a:r>
          </a:p>
        </p:txBody>
      </p:sp>
    </p:spTree>
  </p:cSld>
  <p:clrMapOvr>
    <a:masterClrMapping/>
  </p:clrMapOvr>
</p:sld>
</file>

<file path=ppt/theme/theme1.xml><?xml version="1.0" encoding="utf-8"?>
<a:theme xmlns:a="http://schemas.openxmlformats.org/drawingml/2006/main" name="Titel grau">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45" id="{0EE2A9EC-FF39-2D4A-AF1C-0780E2B1EFBC}" vid="{AD4E58D8-A386-6F47-A6EB-BA46E050EC50}"/>
    </a:ext>
  </a:ext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9BA705DCECDD3C4D816FC35E14A6052F" ma:contentTypeVersion="3" ma:contentTypeDescription="Ein neues Dokument erstellen." ma:contentTypeScope="" ma:versionID="cea684e03d62a35a5b581f1738396f62">
  <xsd:schema xmlns:xsd="http://www.w3.org/2001/XMLSchema" xmlns:xs="http://www.w3.org/2001/XMLSchema" xmlns:p="http://schemas.microsoft.com/office/2006/metadata/properties" xmlns:ns2="6f04d535-f598-4068-a7f9-b5ffe59f92a1" targetNamespace="http://schemas.microsoft.com/office/2006/metadata/properties" ma:root="true" ma:fieldsID="0e8951096b93571906111dd4bbee8467" ns2:_="">
    <xsd:import namespace="6f04d535-f598-4068-a7f9-b5ffe59f92a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04d535-f598-4068-a7f9-b5ffe59f92a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A679B8C-C5B3-4F3D-B703-1830B349B9E7}">
  <ds:schemaRefs>
    <ds:schemaRef ds:uri="6f04d535-f598-4068-a7f9-b5ffe59f92a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40F98CE-6C31-4C9D-B615-5002975AD2BF}">
  <ds:schemaRefs>
    <ds:schemaRef ds:uri="http://schemas.microsoft.com/sharepoint/v3/contenttype/forms"/>
  </ds:schemaRefs>
</ds:datastoreItem>
</file>

<file path=customXml/itemProps3.xml><?xml version="1.0" encoding="utf-8"?>
<ds:datastoreItem xmlns:ds="http://schemas.openxmlformats.org/officeDocument/2006/customXml" ds:itemID="{9F010229-AA66-43B9-ADCB-B8BF736B95F1}">
  <ds:schemaRefs>
    <ds:schemaRef ds:uri="http://purl.org/dc/terms/"/>
    <ds:schemaRef ds:uri="http://schemas.microsoft.com/office/2006/documentManagement/types"/>
    <ds:schemaRef ds:uri="http://purl.org/dc/elements/1.1/"/>
    <ds:schemaRef ds:uri="http://purl.org/dc/dcmitype/"/>
    <ds:schemaRef ds:uri="http://schemas.openxmlformats.org/package/2006/metadata/core-properties"/>
    <ds:schemaRef ds:uri="http://schemas.microsoft.com/office/infopath/2007/PartnerControls"/>
    <ds:schemaRef ds:uri="6f04d535-f598-4068-a7f9-b5ffe59f92a1"/>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16_9_pra¦êsentation_nr_1_20180219</Template>
  <TotalTime>65</TotalTime>
  <Words>1007</Words>
  <Application>Microsoft Macintosh PowerPoint</Application>
  <PresentationFormat>Widescreen</PresentationFormat>
  <Paragraphs>106</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Titel grau</vt:lpstr>
      <vt:lpstr>PowerPoint Presentation</vt:lpstr>
      <vt:lpstr>1.  What We Built</vt:lpstr>
      <vt:lpstr>2.  Implementation</vt:lpstr>
      <vt:lpstr>3.  Tools Used</vt:lpstr>
      <vt:lpstr>4.  Methodology &amp; Challenges</vt:lpstr>
      <vt:lpstr>5.  MCP Model Context Protocol</vt:lpstr>
      <vt:lpstr>Live Demo  ·  Thank You</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Mahadevan, Jasmin</dc:creator>
  <cp:lastModifiedBy>Gokul Kadam</cp:lastModifiedBy>
  <cp:revision>7</cp:revision>
  <cp:lastPrinted>2017-06-26T12:51:52Z</cp:lastPrinted>
  <dcterms:created xsi:type="dcterms:W3CDTF">2018-10-18T12:34:26Z</dcterms:created>
  <dcterms:modified xsi:type="dcterms:W3CDTF">2026-06-18T23:35:37Z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0x0101009BA705DCECDD3C4D816FC35E14A6052F</vt:lpwstr>
  </property>
</Properties>
</file>